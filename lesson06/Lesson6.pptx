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352" r:id="rId6"/>
    <p:sldId id="354" r:id="rId7"/>
    <p:sldId id="353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36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433" r:id="rId32"/>
    <p:sldId id="378" r:id="rId33"/>
    <p:sldId id="37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F7239-0CF7-4C58-B24E-1C51ACE259D3}" v="81" dt="2026-02-26T16:04:45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927" autoAdjust="0"/>
  </p:normalViewPr>
  <p:slideViewPr>
    <p:cSldViewPr snapToGrid="0">
      <p:cViewPr varScale="1">
        <p:scale>
          <a:sx n="77" d="100"/>
          <a:sy n="77" d="100"/>
        </p:scale>
        <p:origin x="864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Dobbs" userId="c3e04ad9674fc5b2" providerId="LiveId" clId="{44D212E8-3274-465A-869D-9E6009D3334A}"/>
    <pc:docChg chg="undo custSel addSld delSld modSld sldOrd">
      <pc:chgData name="Eric Dobbs" userId="c3e04ad9674fc5b2" providerId="LiveId" clId="{44D212E8-3274-465A-869D-9E6009D3334A}" dt="2026-02-26T16:05:22.470" v="2253" actId="1076"/>
      <pc:docMkLst>
        <pc:docMk/>
      </pc:docMkLst>
      <pc:sldChg chg="modSp mod">
        <pc:chgData name="Eric Dobbs" userId="c3e04ad9674fc5b2" providerId="LiveId" clId="{44D212E8-3274-465A-869D-9E6009D3334A}" dt="2026-02-24T01:03:47.551" v="10" actId="20577"/>
        <pc:sldMkLst>
          <pc:docMk/>
          <pc:sldMk cId="193000927" sldId="256"/>
        </pc:sldMkLst>
        <pc:spChg chg="mod">
          <ac:chgData name="Eric Dobbs" userId="c3e04ad9674fc5b2" providerId="LiveId" clId="{44D212E8-3274-465A-869D-9E6009D3334A}" dt="2026-02-24T01:03:47.551" v="10" actId="20577"/>
          <ac:spMkLst>
            <pc:docMk/>
            <pc:sldMk cId="193000927" sldId="256"/>
            <ac:spMk id="3" creationId="{B4CA222A-88BC-48F4-9AE8-2115B7D1E6DC}"/>
          </ac:spMkLst>
        </pc:spChg>
      </pc:sldChg>
      <pc:sldChg chg="add ord modNotes">
        <pc:chgData name="Eric Dobbs" userId="c3e04ad9674fc5b2" providerId="LiveId" clId="{44D212E8-3274-465A-869D-9E6009D3334A}" dt="2026-02-26T15:59:56.198" v="2245"/>
        <pc:sldMkLst>
          <pc:docMk/>
          <pc:sldMk cId="0" sldId="336"/>
        </pc:sldMkLst>
      </pc:sldChg>
      <pc:sldChg chg="addSp modSp mod">
        <pc:chgData name="Eric Dobbs" userId="c3e04ad9674fc5b2" providerId="LiveId" clId="{44D212E8-3274-465A-869D-9E6009D3334A}" dt="2026-02-24T01:05:53.881" v="19" actId="1076"/>
        <pc:sldMkLst>
          <pc:docMk/>
          <pc:sldMk cId="0" sldId="352"/>
        </pc:sldMkLst>
        <pc:spChg chg="add mod">
          <ac:chgData name="Eric Dobbs" userId="c3e04ad9674fc5b2" providerId="LiveId" clId="{44D212E8-3274-465A-869D-9E6009D3334A}" dt="2026-02-24T01:05:53.881" v="19" actId="1076"/>
          <ac:spMkLst>
            <pc:docMk/>
            <pc:sldMk cId="0" sldId="352"/>
            <ac:spMk id="3" creationId="{E55B052D-EF14-FBEB-1848-7BB6307B98BA}"/>
          </ac:spMkLst>
        </pc:spChg>
        <pc:spChg chg="mod">
          <ac:chgData name="Eric Dobbs" userId="c3e04ad9674fc5b2" providerId="LiveId" clId="{44D212E8-3274-465A-869D-9E6009D3334A}" dt="2026-02-24T01:04:34.399" v="11" actId="6549"/>
          <ac:spMkLst>
            <pc:docMk/>
            <pc:sldMk cId="0" sldId="352"/>
            <ac:spMk id="9220" creationId="{B10B6B67-B852-433F-B930-5DE40EAC36C0}"/>
          </ac:spMkLst>
        </pc:spChg>
      </pc:sldChg>
      <pc:sldChg chg="modSp new mod modNotesTx">
        <pc:chgData name="Eric Dobbs" userId="c3e04ad9674fc5b2" providerId="LiveId" clId="{44D212E8-3274-465A-869D-9E6009D3334A}" dt="2026-02-24T01:17:04.495" v="317" actId="20577"/>
        <pc:sldMkLst>
          <pc:docMk/>
          <pc:sldMk cId="850702918" sldId="353"/>
        </pc:sldMkLst>
        <pc:spChg chg="mod">
          <ac:chgData name="Eric Dobbs" userId="c3e04ad9674fc5b2" providerId="LiveId" clId="{44D212E8-3274-465A-869D-9E6009D3334A}" dt="2026-02-24T01:15:57.031" v="280" actId="14100"/>
          <ac:spMkLst>
            <pc:docMk/>
            <pc:sldMk cId="850702918" sldId="353"/>
            <ac:spMk id="2" creationId="{1E26160B-8C03-0521-30E2-CDA96C20E9A8}"/>
          </ac:spMkLst>
        </pc:spChg>
        <pc:spChg chg="mod">
          <ac:chgData name="Eric Dobbs" userId="c3e04ad9674fc5b2" providerId="LiveId" clId="{44D212E8-3274-465A-869D-9E6009D3334A}" dt="2026-02-24T01:16:17.777" v="283" actId="1076"/>
          <ac:spMkLst>
            <pc:docMk/>
            <pc:sldMk cId="850702918" sldId="353"/>
            <ac:spMk id="3" creationId="{24AA6B88-4811-BF4E-F568-BF705EA8A6C6}"/>
          </ac:spMkLst>
        </pc:spChg>
      </pc:sldChg>
      <pc:sldChg chg="modSp add mod ord">
        <pc:chgData name="Eric Dobbs" userId="c3e04ad9674fc5b2" providerId="LiveId" clId="{44D212E8-3274-465A-869D-9E6009D3334A}" dt="2026-02-24T01:47:01.023" v="326"/>
        <pc:sldMkLst>
          <pc:docMk/>
          <pc:sldMk cId="190293436" sldId="354"/>
        </pc:sldMkLst>
        <pc:spChg chg="mod">
          <ac:chgData name="Eric Dobbs" userId="c3e04ad9674fc5b2" providerId="LiveId" clId="{44D212E8-3274-465A-869D-9E6009D3334A}" dt="2026-02-24T01:46:57.559" v="324" actId="207"/>
          <ac:spMkLst>
            <pc:docMk/>
            <pc:sldMk cId="190293436" sldId="354"/>
            <ac:spMk id="3" creationId="{A1C25B78-2E3B-93EB-B220-3E997C50E4D0}"/>
          </ac:spMkLst>
        </pc:spChg>
      </pc:sldChg>
      <pc:sldChg chg="addSp delSp modSp add mod modNotesTx">
        <pc:chgData name="Eric Dobbs" userId="c3e04ad9674fc5b2" providerId="LiveId" clId="{44D212E8-3274-465A-869D-9E6009D3334A}" dt="2026-02-24T02:39:19.890" v="580" actId="6549"/>
        <pc:sldMkLst>
          <pc:docMk/>
          <pc:sldMk cId="111244431" sldId="355"/>
        </pc:sldMkLst>
        <pc:spChg chg="mod">
          <ac:chgData name="Eric Dobbs" userId="c3e04ad9674fc5b2" providerId="LiveId" clId="{44D212E8-3274-465A-869D-9E6009D3334A}" dt="2026-02-24T01:49:01.696" v="330"/>
          <ac:spMkLst>
            <pc:docMk/>
            <pc:sldMk cId="111244431" sldId="355"/>
            <ac:spMk id="2" creationId="{79196B9C-4425-C25C-C700-4F54087EAFA4}"/>
          </ac:spMkLst>
        </pc:spChg>
        <pc:spChg chg="add mod">
          <ac:chgData name="Eric Dobbs" userId="c3e04ad9674fc5b2" providerId="LiveId" clId="{44D212E8-3274-465A-869D-9E6009D3334A}" dt="2026-02-24T01:51:30.721" v="342" actId="113"/>
          <ac:spMkLst>
            <pc:docMk/>
            <pc:sldMk cId="111244431" sldId="355"/>
            <ac:spMk id="4" creationId="{A7F70BCA-ABC6-D5FE-DDF5-2A388321DCFC}"/>
          </ac:spMkLst>
        </pc:spChg>
        <pc:spChg chg="add mod">
          <ac:chgData name="Eric Dobbs" userId="c3e04ad9674fc5b2" providerId="LiveId" clId="{44D212E8-3274-465A-869D-9E6009D3334A}" dt="2026-02-24T02:14:02.841" v="362" actId="1076"/>
          <ac:spMkLst>
            <pc:docMk/>
            <pc:sldMk cId="111244431" sldId="355"/>
            <ac:spMk id="14" creationId="{EBEF9C35-4C21-64B1-445A-D513842CCD6F}"/>
          </ac:spMkLst>
        </pc:spChg>
        <pc:picChg chg="add mod">
          <ac:chgData name="Eric Dobbs" userId="c3e04ad9674fc5b2" providerId="LiveId" clId="{44D212E8-3274-465A-869D-9E6009D3334A}" dt="2026-02-24T02:13:59.612" v="361" actId="1076"/>
          <ac:picMkLst>
            <pc:docMk/>
            <pc:sldMk cId="111244431" sldId="355"/>
            <ac:picMk id="10" creationId="{AAF7D385-7859-8C70-92D0-0E03A76D7D8A}"/>
          </ac:picMkLst>
        </pc:picChg>
      </pc:sldChg>
      <pc:sldChg chg="addSp modSp add mod modNotesTx">
        <pc:chgData name="Eric Dobbs" userId="c3e04ad9674fc5b2" providerId="LiveId" clId="{44D212E8-3274-465A-869D-9E6009D3334A}" dt="2026-02-24T02:39:15.649" v="579" actId="6549"/>
        <pc:sldMkLst>
          <pc:docMk/>
          <pc:sldMk cId="1481584960" sldId="356"/>
        </pc:sldMkLst>
        <pc:spChg chg="add mod">
          <ac:chgData name="Eric Dobbs" userId="c3e04ad9674fc5b2" providerId="LiveId" clId="{44D212E8-3274-465A-869D-9E6009D3334A}" dt="2026-02-24T02:27:37.407" v="455" actId="207"/>
          <ac:spMkLst>
            <pc:docMk/>
            <pc:sldMk cId="1481584960" sldId="356"/>
            <ac:spMk id="3" creationId="{776489AC-6E2B-3393-710C-BC1DF3F159DB}"/>
          </ac:spMkLst>
        </pc:spChg>
        <pc:spChg chg="mod">
          <ac:chgData name="Eric Dobbs" userId="c3e04ad9674fc5b2" providerId="LiveId" clId="{44D212E8-3274-465A-869D-9E6009D3334A}" dt="2026-02-24T02:27:44.997" v="457" actId="207"/>
          <ac:spMkLst>
            <pc:docMk/>
            <pc:sldMk cId="1481584960" sldId="356"/>
            <ac:spMk id="14" creationId="{6D29ED33-1145-5A0F-2514-1CA6CCE42EC1}"/>
          </ac:spMkLst>
        </pc:spChg>
        <pc:cxnChg chg="add mod">
          <ac:chgData name="Eric Dobbs" userId="c3e04ad9674fc5b2" providerId="LiveId" clId="{44D212E8-3274-465A-869D-9E6009D3334A}" dt="2026-02-24T02:28:03.310" v="459" actId="208"/>
          <ac:cxnSpMkLst>
            <pc:docMk/>
            <pc:sldMk cId="1481584960" sldId="356"/>
            <ac:cxnSpMk id="6" creationId="{EB900ADC-5D06-F46B-3170-0721CC12340C}"/>
          </ac:cxnSpMkLst>
        </pc:cxnChg>
      </pc:sldChg>
      <pc:sldChg chg="addSp delSp modSp add mod ord modNotesTx">
        <pc:chgData name="Eric Dobbs" userId="c3e04ad9674fc5b2" providerId="LiveId" clId="{44D212E8-3274-465A-869D-9E6009D3334A}" dt="2026-02-24T02:39:11.498" v="578" actId="6549"/>
        <pc:sldMkLst>
          <pc:docMk/>
          <pc:sldMk cId="1826868128" sldId="357"/>
        </pc:sldMkLst>
        <pc:spChg chg="add mod">
          <ac:chgData name="Eric Dobbs" userId="c3e04ad9674fc5b2" providerId="LiveId" clId="{44D212E8-3274-465A-869D-9E6009D3334A}" dt="2026-02-24T02:29:10.390" v="485" actId="207"/>
          <ac:spMkLst>
            <pc:docMk/>
            <pc:sldMk cId="1826868128" sldId="357"/>
            <ac:spMk id="3" creationId="{1C9FAF07-5771-0EFB-8E50-36CB9D5C6868}"/>
          </ac:spMkLst>
        </pc:spChg>
        <pc:spChg chg="mod">
          <ac:chgData name="Eric Dobbs" userId="c3e04ad9674fc5b2" providerId="LiveId" clId="{44D212E8-3274-465A-869D-9E6009D3334A}" dt="2026-02-24T02:28:37.821" v="464" actId="207"/>
          <ac:spMkLst>
            <pc:docMk/>
            <pc:sldMk cId="1826868128" sldId="357"/>
            <ac:spMk id="14" creationId="{3B1A46A4-8CE3-04F9-0961-98E1EA557B69}"/>
          </ac:spMkLst>
        </pc:spChg>
        <pc:cxnChg chg="add mod">
          <ac:chgData name="Eric Dobbs" userId="c3e04ad9674fc5b2" providerId="LiveId" clId="{44D212E8-3274-465A-869D-9E6009D3334A}" dt="2026-02-24T02:29:38.850" v="489" actId="14100"/>
          <ac:cxnSpMkLst>
            <pc:docMk/>
            <pc:sldMk cId="1826868128" sldId="357"/>
            <ac:cxnSpMk id="8" creationId="{E4CB2473-E91C-E5A1-470B-9CE3E4A7A47D}"/>
          </ac:cxnSpMkLst>
        </pc:cxnChg>
      </pc:sldChg>
      <pc:sldChg chg="modSp add mod modNotesTx">
        <pc:chgData name="Eric Dobbs" userId="c3e04ad9674fc5b2" providerId="LiveId" clId="{44D212E8-3274-465A-869D-9E6009D3334A}" dt="2026-02-24T02:39:08.158" v="577" actId="6549"/>
        <pc:sldMkLst>
          <pc:docMk/>
          <pc:sldMk cId="1097835272" sldId="358"/>
        </pc:sldMkLst>
        <pc:spChg chg="mod">
          <ac:chgData name="Eric Dobbs" userId="c3e04ad9674fc5b2" providerId="LiveId" clId="{44D212E8-3274-465A-869D-9E6009D3334A}" dt="2026-02-24T02:30:24.603" v="509" actId="20577"/>
          <ac:spMkLst>
            <pc:docMk/>
            <pc:sldMk cId="1097835272" sldId="358"/>
            <ac:spMk id="3" creationId="{E2CB7559-3753-78BD-B58D-942554C03E66}"/>
          </ac:spMkLst>
        </pc:spChg>
        <pc:spChg chg="mod">
          <ac:chgData name="Eric Dobbs" userId="c3e04ad9674fc5b2" providerId="LiveId" clId="{44D212E8-3274-465A-869D-9E6009D3334A}" dt="2026-02-24T02:31:00.438" v="516" actId="207"/>
          <ac:spMkLst>
            <pc:docMk/>
            <pc:sldMk cId="1097835272" sldId="358"/>
            <ac:spMk id="14" creationId="{9B0C1EC1-617F-013E-A382-AD6BA00E082F}"/>
          </ac:spMkLst>
        </pc:spChg>
        <pc:cxnChg chg="mod">
          <ac:chgData name="Eric Dobbs" userId="c3e04ad9674fc5b2" providerId="LiveId" clId="{44D212E8-3274-465A-869D-9E6009D3334A}" dt="2026-02-24T02:30:38.971" v="512" actId="14100"/>
          <ac:cxnSpMkLst>
            <pc:docMk/>
            <pc:sldMk cId="1097835272" sldId="358"/>
            <ac:cxnSpMk id="8" creationId="{2CA6352E-DCFE-B018-0D66-9FEC567926B4}"/>
          </ac:cxnSpMkLst>
        </pc:cxnChg>
      </pc:sldChg>
      <pc:sldChg chg="modSp add mod modNotesTx">
        <pc:chgData name="Eric Dobbs" userId="c3e04ad9674fc5b2" providerId="LiveId" clId="{44D212E8-3274-465A-869D-9E6009D3334A}" dt="2026-02-24T02:39:04.747" v="576" actId="6549"/>
        <pc:sldMkLst>
          <pc:docMk/>
          <pc:sldMk cId="2226917294" sldId="359"/>
        </pc:sldMkLst>
        <pc:spChg chg="mod">
          <ac:chgData name="Eric Dobbs" userId="c3e04ad9674fc5b2" providerId="LiveId" clId="{44D212E8-3274-465A-869D-9E6009D3334A}" dt="2026-02-24T02:31:32.905" v="535" actId="20577"/>
          <ac:spMkLst>
            <pc:docMk/>
            <pc:sldMk cId="2226917294" sldId="359"/>
            <ac:spMk id="3" creationId="{4DA45CE2-282F-FFDA-DCB0-0FA37C3C6479}"/>
          </ac:spMkLst>
        </pc:spChg>
        <pc:spChg chg="mod">
          <ac:chgData name="Eric Dobbs" userId="c3e04ad9674fc5b2" providerId="LiveId" clId="{44D212E8-3274-465A-869D-9E6009D3334A}" dt="2026-02-24T02:32:22.299" v="542" actId="113"/>
          <ac:spMkLst>
            <pc:docMk/>
            <pc:sldMk cId="2226917294" sldId="359"/>
            <ac:spMk id="14" creationId="{0BDB504E-3EEC-EF03-44CE-A33E44EB9F6B}"/>
          </ac:spMkLst>
        </pc:spChg>
        <pc:cxnChg chg="mod">
          <ac:chgData name="Eric Dobbs" userId="c3e04ad9674fc5b2" providerId="LiveId" clId="{44D212E8-3274-465A-869D-9E6009D3334A}" dt="2026-02-24T02:31:49.369" v="538" actId="14100"/>
          <ac:cxnSpMkLst>
            <pc:docMk/>
            <pc:sldMk cId="2226917294" sldId="359"/>
            <ac:cxnSpMk id="8" creationId="{9BB8FAFC-5BD1-4E69-157E-8DE1D9271BDD}"/>
          </ac:cxnSpMkLst>
        </pc:cxnChg>
      </pc:sldChg>
      <pc:sldChg chg="addSp delSp modSp add mod modNotesTx">
        <pc:chgData name="Eric Dobbs" userId="c3e04ad9674fc5b2" providerId="LiveId" clId="{44D212E8-3274-465A-869D-9E6009D3334A}" dt="2026-02-24T02:39:01.350" v="575" actId="6549"/>
        <pc:sldMkLst>
          <pc:docMk/>
          <pc:sldMk cId="430307015" sldId="360"/>
        </pc:sldMkLst>
        <pc:spChg chg="add mod">
          <ac:chgData name="Eric Dobbs" userId="c3e04ad9674fc5b2" providerId="LiveId" clId="{44D212E8-3274-465A-869D-9E6009D3334A}" dt="2026-02-24T02:36:55.598" v="572" actId="1076"/>
          <ac:spMkLst>
            <pc:docMk/>
            <pc:sldMk cId="430307015" sldId="360"/>
            <ac:spMk id="5" creationId="{E7FE93D5-AC70-7E32-5919-3B8923867E99}"/>
          </ac:spMkLst>
        </pc:spChg>
        <pc:spChg chg="add mod">
          <ac:chgData name="Eric Dobbs" userId="c3e04ad9674fc5b2" providerId="LiveId" clId="{44D212E8-3274-465A-869D-9E6009D3334A}" dt="2026-02-24T02:37:03.995" v="573" actId="1076"/>
          <ac:spMkLst>
            <pc:docMk/>
            <pc:sldMk cId="430307015" sldId="360"/>
            <ac:spMk id="6" creationId="{3BC6B677-75D4-598E-21AD-F9465E4F09F4}"/>
          </ac:spMkLst>
        </pc:spChg>
        <pc:spChg chg="mod">
          <ac:chgData name="Eric Dobbs" userId="c3e04ad9674fc5b2" providerId="LiveId" clId="{44D212E8-3274-465A-869D-9E6009D3334A}" dt="2026-02-24T02:37:24.244" v="574" actId="207"/>
          <ac:spMkLst>
            <pc:docMk/>
            <pc:sldMk cId="430307015" sldId="360"/>
            <ac:spMk id="14" creationId="{B4FF7BA8-CE19-5F55-FF45-E8AAD86F3C5D}"/>
          </ac:spMkLst>
        </pc:spChg>
      </pc:sldChg>
      <pc:sldChg chg="addSp delSp modSp add mod ord modNotesTx">
        <pc:chgData name="Eric Dobbs" userId="c3e04ad9674fc5b2" providerId="LiveId" clId="{44D212E8-3274-465A-869D-9E6009D3334A}" dt="2026-02-24T03:04:43.404" v="850" actId="20577"/>
        <pc:sldMkLst>
          <pc:docMk/>
          <pc:sldMk cId="3359532560" sldId="361"/>
        </pc:sldMkLst>
        <pc:spChg chg="mod">
          <ac:chgData name="Eric Dobbs" userId="c3e04ad9674fc5b2" providerId="LiveId" clId="{44D212E8-3274-465A-869D-9E6009D3334A}" dt="2026-02-24T02:41:01.764" v="586"/>
          <ac:spMkLst>
            <pc:docMk/>
            <pc:sldMk cId="3359532560" sldId="361"/>
            <ac:spMk id="2" creationId="{FAAFFCEC-C90C-1A26-CCDF-AC579DA2BD4F}"/>
          </ac:spMkLst>
        </pc:spChg>
        <pc:spChg chg="add mod">
          <ac:chgData name="Eric Dobbs" userId="c3e04ad9674fc5b2" providerId="LiveId" clId="{44D212E8-3274-465A-869D-9E6009D3334A}" dt="2026-02-24T02:50:02.993" v="818" actId="12"/>
          <ac:spMkLst>
            <pc:docMk/>
            <pc:sldMk cId="3359532560" sldId="361"/>
            <ac:spMk id="3" creationId="{CFEB7B6F-551B-8DE9-3FC5-D622B2782E30}"/>
          </ac:spMkLst>
        </pc:spChg>
        <pc:spChg chg="mod">
          <ac:chgData name="Eric Dobbs" userId="c3e04ad9674fc5b2" providerId="LiveId" clId="{44D212E8-3274-465A-869D-9E6009D3334A}" dt="2026-02-24T02:41:36.873" v="591" actId="115"/>
          <ac:spMkLst>
            <pc:docMk/>
            <pc:sldMk cId="3359532560" sldId="361"/>
            <ac:spMk id="4" creationId="{D3F8AEBD-D46F-E46C-079E-EC14E54FBC2E}"/>
          </ac:spMkLst>
        </pc:spChg>
      </pc:sldChg>
      <pc:sldChg chg="addSp delSp modSp add mod">
        <pc:chgData name="Eric Dobbs" userId="c3e04ad9674fc5b2" providerId="LiveId" clId="{44D212E8-3274-465A-869D-9E6009D3334A}" dt="2026-02-26T15:57:38.041" v="2240"/>
        <pc:sldMkLst>
          <pc:docMk/>
          <pc:sldMk cId="703678577" sldId="362"/>
        </pc:sldMkLst>
        <pc:picChg chg="add mod">
          <ac:chgData name="Eric Dobbs" userId="c3e04ad9674fc5b2" providerId="LiveId" clId="{44D212E8-3274-465A-869D-9E6009D3334A}" dt="2026-02-24T03:06:12.092" v="856" actId="1076"/>
          <ac:picMkLst>
            <pc:docMk/>
            <pc:sldMk cId="703678577" sldId="362"/>
            <ac:picMk id="6" creationId="{77A9BD0F-BB38-1717-B1AB-97DE0E30FA33}"/>
          </ac:picMkLst>
        </pc:picChg>
        <pc:picChg chg="add">
          <ac:chgData name="Eric Dobbs" userId="c3e04ad9674fc5b2" providerId="LiveId" clId="{44D212E8-3274-465A-869D-9E6009D3334A}" dt="2026-02-26T15:57:38.041" v="2240"/>
          <ac:picMkLst>
            <pc:docMk/>
            <pc:sldMk cId="703678577" sldId="362"/>
            <ac:picMk id="7" creationId="{EC9F4C1B-B792-EB97-7C24-D2D85D71259D}"/>
          </ac:picMkLst>
        </pc:picChg>
      </pc:sldChg>
      <pc:sldChg chg="addSp delSp modSp add mod modNotesTx">
        <pc:chgData name="Eric Dobbs" userId="c3e04ad9674fc5b2" providerId="LiveId" clId="{44D212E8-3274-465A-869D-9E6009D3334A}" dt="2026-02-24T15:43:40.563" v="1181" actId="20577"/>
        <pc:sldMkLst>
          <pc:docMk/>
          <pc:sldMk cId="2796110577" sldId="363"/>
        </pc:sldMkLst>
        <pc:spChg chg="mod">
          <ac:chgData name="Eric Dobbs" userId="c3e04ad9674fc5b2" providerId="LiveId" clId="{44D212E8-3274-465A-869D-9E6009D3334A}" dt="2026-02-24T15:16:11.048" v="869" actId="207"/>
          <ac:spMkLst>
            <pc:docMk/>
            <pc:sldMk cId="2796110577" sldId="363"/>
            <ac:spMk id="2" creationId="{3BE4035E-CB87-F35B-D680-5D8E6E68D6A6}"/>
          </ac:spMkLst>
        </pc:spChg>
        <pc:spChg chg="add mod">
          <ac:chgData name="Eric Dobbs" userId="c3e04ad9674fc5b2" providerId="LiveId" clId="{44D212E8-3274-465A-869D-9E6009D3334A}" dt="2026-02-24T15:20:57.311" v="1125" actId="207"/>
          <ac:spMkLst>
            <pc:docMk/>
            <pc:sldMk cId="2796110577" sldId="363"/>
            <ac:spMk id="3" creationId="{F1705E2D-5917-1269-3810-84ED224E0BC3}"/>
          </ac:spMkLst>
        </pc:spChg>
        <pc:spChg chg="mod">
          <ac:chgData name="Eric Dobbs" userId="c3e04ad9674fc5b2" providerId="LiveId" clId="{44D212E8-3274-465A-869D-9E6009D3334A}" dt="2026-02-24T15:17:11.476" v="881" actId="113"/>
          <ac:spMkLst>
            <pc:docMk/>
            <pc:sldMk cId="2796110577" sldId="363"/>
            <ac:spMk id="4" creationId="{09089EA5-9821-7B60-B57F-7AA7A2DD06FE}"/>
          </ac:spMkLst>
        </pc:spChg>
      </pc:sldChg>
      <pc:sldChg chg="modSp add mod modNotesTx">
        <pc:chgData name="Eric Dobbs" userId="c3e04ad9674fc5b2" providerId="LiveId" clId="{44D212E8-3274-465A-869D-9E6009D3334A}" dt="2026-02-24T18:59:56.678" v="1320" actId="6549"/>
        <pc:sldMkLst>
          <pc:docMk/>
          <pc:sldMk cId="660687027" sldId="364"/>
        </pc:sldMkLst>
        <pc:spChg chg="mod">
          <ac:chgData name="Eric Dobbs" userId="c3e04ad9674fc5b2" providerId="LiveId" clId="{44D212E8-3274-465A-869D-9E6009D3334A}" dt="2026-02-24T18:01:56.857" v="1224" actId="113"/>
          <ac:spMkLst>
            <pc:docMk/>
            <pc:sldMk cId="660687027" sldId="364"/>
            <ac:spMk id="2" creationId="{2B1D1F02-5605-D541-3AF7-3E633125AD1F}"/>
          </ac:spMkLst>
        </pc:spChg>
        <pc:spChg chg="mod">
          <ac:chgData name="Eric Dobbs" userId="c3e04ad9674fc5b2" providerId="LiveId" clId="{44D212E8-3274-465A-869D-9E6009D3334A}" dt="2026-02-24T18:33:23.720" v="1297" actId="113"/>
          <ac:spMkLst>
            <pc:docMk/>
            <pc:sldMk cId="660687027" sldId="364"/>
            <ac:spMk id="3" creationId="{97B23DF8-20F6-BD98-2D3B-ED18317F1631}"/>
          </ac:spMkLst>
        </pc:spChg>
        <pc:spChg chg="mod">
          <ac:chgData name="Eric Dobbs" userId="c3e04ad9674fc5b2" providerId="LiveId" clId="{44D212E8-3274-465A-869D-9E6009D3334A}" dt="2026-02-24T18:03:24.153" v="1227" actId="1076"/>
          <ac:spMkLst>
            <pc:docMk/>
            <pc:sldMk cId="660687027" sldId="364"/>
            <ac:spMk id="4" creationId="{E0DC2014-16F5-CFD0-AB77-7C2A6B324B41}"/>
          </ac:spMkLst>
        </pc:spChg>
      </pc:sldChg>
      <pc:sldChg chg="modSp add mod modNotesTx">
        <pc:chgData name="Eric Dobbs" userId="c3e04ad9674fc5b2" providerId="LiveId" clId="{44D212E8-3274-465A-869D-9E6009D3334A}" dt="2026-02-26T03:15:40.393" v="1530" actId="20577"/>
        <pc:sldMkLst>
          <pc:docMk/>
          <pc:sldMk cId="2969274033" sldId="365"/>
        </pc:sldMkLst>
        <pc:spChg chg="mod">
          <ac:chgData name="Eric Dobbs" userId="c3e04ad9674fc5b2" providerId="LiveId" clId="{44D212E8-3274-465A-869D-9E6009D3334A}" dt="2026-02-24T19:16:53.087" v="1508" actId="20577"/>
          <ac:spMkLst>
            <pc:docMk/>
            <pc:sldMk cId="2969274033" sldId="365"/>
            <ac:spMk id="2" creationId="{3268F20A-06CA-7DD2-40D7-FF467EF3FF1B}"/>
          </ac:spMkLst>
        </pc:spChg>
        <pc:spChg chg="mod">
          <ac:chgData name="Eric Dobbs" userId="c3e04ad9674fc5b2" providerId="LiveId" clId="{44D212E8-3274-465A-869D-9E6009D3334A}" dt="2026-02-24T19:12:48.754" v="1461" actId="113"/>
          <ac:spMkLst>
            <pc:docMk/>
            <pc:sldMk cId="2969274033" sldId="365"/>
            <ac:spMk id="3" creationId="{456A8868-8BF8-D9F5-050D-C1B674836D8B}"/>
          </ac:spMkLst>
        </pc:spChg>
        <pc:spChg chg="mod">
          <ac:chgData name="Eric Dobbs" userId="c3e04ad9674fc5b2" providerId="LiveId" clId="{44D212E8-3274-465A-869D-9E6009D3334A}" dt="2026-02-24T19:04:32.156" v="1341" actId="20577"/>
          <ac:spMkLst>
            <pc:docMk/>
            <pc:sldMk cId="2969274033" sldId="365"/>
            <ac:spMk id="4" creationId="{660B296F-893A-E2F7-19C6-253EE8D9B20A}"/>
          </ac:spMkLst>
        </pc:spChg>
      </pc:sldChg>
      <pc:sldChg chg="add">
        <pc:chgData name="Eric Dobbs" userId="c3e04ad9674fc5b2" providerId="LiveId" clId="{44D212E8-3274-465A-869D-9E6009D3334A}" dt="2026-02-26T03:15:56.178" v="1531" actId="2890"/>
        <pc:sldMkLst>
          <pc:docMk/>
          <pc:sldMk cId="2582788300" sldId="366"/>
        </pc:sldMkLst>
      </pc:sldChg>
      <pc:sldChg chg="addSp delSp modSp add mod">
        <pc:chgData name="Eric Dobbs" userId="c3e04ad9674fc5b2" providerId="LiveId" clId="{44D212E8-3274-465A-869D-9E6009D3334A}" dt="2026-02-26T11:46:54.441" v="1612" actId="20577"/>
        <pc:sldMkLst>
          <pc:docMk/>
          <pc:sldMk cId="1837552672" sldId="367"/>
        </pc:sldMkLst>
        <pc:spChg chg="mod">
          <ac:chgData name="Eric Dobbs" userId="c3e04ad9674fc5b2" providerId="LiveId" clId="{44D212E8-3274-465A-869D-9E6009D3334A}" dt="2026-02-26T11:41:00.405" v="1540" actId="14100"/>
          <ac:spMkLst>
            <pc:docMk/>
            <pc:sldMk cId="1837552672" sldId="367"/>
            <ac:spMk id="2" creationId="{F9203C5E-A652-8E01-E52A-FC4417A7CA59}"/>
          </ac:spMkLst>
        </pc:spChg>
        <pc:spChg chg="del">
          <ac:chgData name="Eric Dobbs" userId="c3e04ad9674fc5b2" providerId="LiveId" clId="{44D212E8-3274-465A-869D-9E6009D3334A}" dt="2026-02-26T11:39:11.283" v="1534" actId="21"/>
          <ac:spMkLst>
            <pc:docMk/>
            <pc:sldMk cId="1837552672" sldId="367"/>
            <ac:spMk id="3" creationId="{D3A1F770-F3B8-673B-0C65-B8569792F664}"/>
          </ac:spMkLst>
        </pc:spChg>
        <pc:spChg chg="del mod">
          <ac:chgData name="Eric Dobbs" userId="c3e04ad9674fc5b2" providerId="LiveId" clId="{44D212E8-3274-465A-869D-9E6009D3334A}" dt="2026-02-26T11:42:07.263" v="1542" actId="478"/>
          <ac:spMkLst>
            <pc:docMk/>
            <pc:sldMk cId="1837552672" sldId="367"/>
            <ac:spMk id="4" creationId="{B7851940-9F15-9B65-BC7A-EF3D40144E8E}"/>
          </ac:spMkLst>
        </pc:spChg>
        <pc:spChg chg="add mod">
          <ac:chgData name="Eric Dobbs" userId="c3e04ad9674fc5b2" providerId="LiveId" clId="{44D212E8-3274-465A-869D-9E6009D3334A}" dt="2026-02-26T11:46:54.441" v="1612" actId="20577"/>
          <ac:spMkLst>
            <pc:docMk/>
            <pc:sldMk cId="1837552672" sldId="367"/>
            <ac:spMk id="9" creationId="{D420D596-7E4B-C7C2-7BD1-6361B09CE556}"/>
          </ac:spMkLst>
        </pc:spChg>
        <pc:picChg chg="add mod">
          <ac:chgData name="Eric Dobbs" userId="c3e04ad9674fc5b2" providerId="LiveId" clId="{44D212E8-3274-465A-869D-9E6009D3334A}" dt="2026-02-26T11:42:32.470" v="1546" actId="1076"/>
          <ac:picMkLst>
            <pc:docMk/>
            <pc:sldMk cId="1837552672" sldId="367"/>
            <ac:picMk id="6" creationId="{2ACAF51E-77FD-76B7-265E-195C507097D7}"/>
          </ac:picMkLst>
        </pc:picChg>
        <pc:picChg chg="add mod">
          <ac:chgData name="Eric Dobbs" userId="c3e04ad9674fc5b2" providerId="LiveId" clId="{44D212E8-3274-465A-869D-9E6009D3334A}" dt="2026-02-26T11:42:13.114" v="1544" actId="1076"/>
          <ac:picMkLst>
            <pc:docMk/>
            <pc:sldMk cId="1837552672" sldId="367"/>
            <ac:picMk id="8" creationId="{B5A27153-BCCD-8A0C-0411-853445E7AFEB}"/>
          </ac:picMkLst>
        </pc:picChg>
      </pc:sldChg>
      <pc:sldChg chg="addSp delSp modSp add mod">
        <pc:chgData name="Eric Dobbs" userId="c3e04ad9674fc5b2" providerId="LiveId" clId="{44D212E8-3274-465A-869D-9E6009D3334A}" dt="2026-02-26T11:59:19.443" v="1701" actId="948"/>
        <pc:sldMkLst>
          <pc:docMk/>
          <pc:sldMk cId="4079780701" sldId="368"/>
        </pc:sldMkLst>
        <pc:spChg chg="mod">
          <ac:chgData name="Eric Dobbs" userId="c3e04ad9674fc5b2" providerId="LiveId" clId="{44D212E8-3274-465A-869D-9E6009D3334A}" dt="2026-02-26T11:50:01.648" v="1615"/>
          <ac:spMkLst>
            <pc:docMk/>
            <pc:sldMk cId="4079780701" sldId="368"/>
            <ac:spMk id="2" creationId="{CEAB837C-C571-F29D-5853-7C8CF974A972}"/>
          </ac:spMkLst>
        </pc:spChg>
        <pc:spChg chg="add del mod">
          <ac:chgData name="Eric Dobbs" userId="c3e04ad9674fc5b2" providerId="LiveId" clId="{44D212E8-3274-465A-869D-9E6009D3334A}" dt="2026-02-26T11:53:23.479" v="1630" actId="767"/>
          <ac:spMkLst>
            <pc:docMk/>
            <pc:sldMk cId="4079780701" sldId="368"/>
            <ac:spMk id="3" creationId="{D6C3E838-F61C-1C23-5011-8AA43E3B3249}"/>
          </ac:spMkLst>
        </pc:spChg>
        <pc:spChg chg="add">
          <ac:chgData name="Eric Dobbs" userId="c3e04ad9674fc5b2" providerId="LiveId" clId="{44D212E8-3274-465A-869D-9E6009D3334A}" dt="2026-02-26T11:52:56.692" v="1626"/>
          <ac:spMkLst>
            <pc:docMk/>
            <pc:sldMk cId="4079780701" sldId="368"/>
            <ac:spMk id="4" creationId="{7422E6CD-E694-2FB9-1C01-2BB54DBA9F44}"/>
          </ac:spMkLst>
        </pc:spChg>
        <pc:spChg chg="add mod">
          <ac:chgData name="Eric Dobbs" userId="c3e04ad9674fc5b2" providerId="LiveId" clId="{44D212E8-3274-465A-869D-9E6009D3334A}" dt="2026-02-26T11:59:19.443" v="1701" actId="948"/>
          <ac:spMkLst>
            <pc:docMk/>
            <pc:sldMk cId="4079780701" sldId="368"/>
            <ac:spMk id="5" creationId="{51D8EB3C-B848-5471-C591-1BE214581240}"/>
          </ac:spMkLst>
        </pc:spChg>
        <pc:spChg chg="add">
          <ac:chgData name="Eric Dobbs" userId="c3e04ad9674fc5b2" providerId="LiveId" clId="{44D212E8-3274-465A-869D-9E6009D3334A}" dt="2026-02-26T11:57:07.172" v="1668"/>
          <ac:spMkLst>
            <pc:docMk/>
            <pc:sldMk cId="4079780701" sldId="368"/>
            <ac:spMk id="7" creationId="{BBA398B2-AD60-D006-B983-E9DC5AD69DAD}"/>
          </ac:spMkLst>
        </pc:spChg>
        <pc:spChg chg="mod">
          <ac:chgData name="Eric Dobbs" userId="c3e04ad9674fc5b2" providerId="LiveId" clId="{44D212E8-3274-465A-869D-9E6009D3334A}" dt="2026-02-26T11:51:12.424" v="1624" actId="255"/>
          <ac:spMkLst>
            <pc:docMk/>
            <pc:sldMk cId="4079780701" sldId="368"/>
            <ac:spMk id="9" creationId="{D8A309A1-BCBF-B0A7-EC18-9071E2BAF32A}"/>
          </ac:spMkLst>
        </pc:spChg>
        <pc:picChg chg="del">
          <ac:chgData name="Eric Dobbs" userId="c3e04ad9674fc5b2" providerId="LiveId" clId="{44D212E8-3274-465A-869D-9E6009D3334A}" dt="2026-02-26T11:50:48.823" v="1621" actId="478"/>
          <ac:picMkLst>
            <pc:docMk/>
            <pc:sldMk cId="4079780701" sldId="368"/>
            <ac:picMk id="6" creationId="{2DFEBE10-2A81-1FFB-5DE2-B364497EFEB9}"/>
          </ac:picMkLst>
        </pc:picChg>
        <pc:picChg chg="del">
          <ac:chgData name="Eric Dobbs" userId="c3e04ad9674fc5b2" providerId="LiveId" clId="{44D212E8-3274-465A-869D-9E6009D3334A}" dt="2026-02-26T11:50:47.022" v="1620" actId="478"/>
          <ac:picMkLst>
            <pc:docMk/>
            <pc:sldMk cId="4079780701" sldId="368"/>
            <ac:picMk id="8" creationId="{BB88F396-8739-17A1-D4E5-BC759FCD98CA}"/>
          </ac:picMkLst>
        </pc:picChg>
      </pc:sldChg>
      <pc:sldChg chg="addSp delSp modSp add mod modNotesTx">
        <pc:chgData name="Eric Dobbs" userId="c3e04ad9674fc5b2" providerId="LiveId" clId="{44D212E8-3274-465A-869D-9E6009D3334A}" dt="2026-02-26T13:36:12.454" v="1718" actId="1076"/>
        <pc:sldMkLst>
          <pc:docMk/>
          <pc:sldMk cId="589580305" sldId="369"/>
        </pc:sldMkLst>
        <pc:spChg chg="mod">
          <ac:chgData name="Eric Dobbs" userId="c3e04ad9674fc5b2" providerId="LiveId" clId="{44D212E8-3274-465A-869D-9E6009D3334A}" dt="2026-02-26T13:36:08.207" v="1717" actId="1076"/>
          <ac:spMkLst>
            <pc:docMk/>
            <pc:sldMk cId="589580305" sldId="369"/>
            <ac:spMk id="5" creationId="{6033D11D-E69F-6B22-4676-CFE80615DEED}"/>
          </ac:spMkLst>
        </pc:spChg>
        <pc:spChg chg="del mod">
          <ac:chgData name="Eric Dobbs" userId="c3e04ad9674fc5b2" providerId="LiveId" clId="{44D212E8-3274-465A-869D-9E6009D3334A}" dt="2026-02-26T13:36:02.312" v="1716" actId="478"/>
          <ac:spMkLst>
            <pc:docMk/>
            <pc:sldMk cId="589580305" sldId="369"/>
            <ac:spMk id="9" creationId="{1268B5B3-C444-2151-356A-DADFE60F6819}"/>
          </ac:spMkLst>
        </pc:spChg>
        <pc:picChg chg="add mod">
          <ac:chgData name="Eric Dobbs" userId="c3e04ad9674fc5b2" providerId="LiveId" clId="{44D212E8-3274-465A-869D-9E6009D3334A}" dt="2026-02-26T13:36:12.454" v="1718" actId="1076"/>
          <ac:picMkLst>
            <pc:docMk/>
            <pc:sldMk cId="589580305" sldId="369"/>
            <ac:picMk id="4" creationId="{CE4488AC-38F3-0CB6-BCF3-4500F55E1C9A}"/>
          </ac:picMkLst>
        </pc:picChg>
      </pc:sldChg>
      <pc:sldChg chg="addSp delSp modSp add mod">
        <pc:chgData name="Eric Dobbs" userId="c3e04ad9674fc5b2" providerId="LiveId" clId="{44D212E8-3274-465A-869D-9E6009D3334A}" dt="2026-02-26T13:49:12.347" v="1918" actId="1076"/>
        <pc:sldMkLst>
          <pc:docMk/>
          <pc:sldMk cId="4037832363" sldId="370"/>
        </pc:sldMkLst>
        <pc:spChg chg="mod">
          <ac:chgData name="Eric Dobbs" userId="c3e04ad9674fc5b2" providerId="LiveId" clId="{44D212E8-3274-465A-869D-9E6009D3334A}" dt="2026-02-26T13:37:22.490" v="1722"/>
          <ac:spMkLst>
            <pc:docMk/>
            <pc:sldMk cId="4037832363" sldId="370"/>
            <ac:spMk id="2" creationId="{7D7D549D-5699-05B0-4B5A-3B951FCEEA3D}"/>
          </ac:spMkLst>
        </pc:spChg>
        <pc:spChg chg="mod">
          <ac:chgData name="Eric Dobbs" userId="c3e04ad9674fc5b2" providerId="LiveId" clId="{44D212E8-3274-465A-869D-9E6009D3334A}" dt="2026-02-26T13:49:06.748" v="1917" actId="113"/>
          <ac:spMkLst>
            <pc:docMk/>
            <pc:sldMk cId="4037832363" sldId="370"/>
            <ac:spMk id="5" creationId="{F8830F5D-8436-55F2-CC05-EE908F4CB0B0}"/>
          </ac:spMkLst>
        </pc:spChg>
        <pc:spChg chg="add mod">
          <ac:chgData name="Eric Dobbs" userId="c3e04ad9674fc5b2" providerId="LiveId" clId="{44D212E8-3274-465A-869D-9E6009D3334A}" dt="2026-02-26T13:39:19.147" v="1730" actId="14100"/>
          <ac:spMkLst>
            <pc:docMk/>
            <pc:sldMk cId="4037832363" sldId="370"/>
            <ac:spMk id="6" creationId="{4EEED93B-0F16-6E00-4E4C-D9FD526C1677}"/>
          </ac:spMkLst>
        </pc:spChg>
        <pc:picChg chg="del">
          <ac:chgData name="Eric Dobbs" userId="c3e04ad9674fc5b2" providerId="LiveId" clId="{44D212E8-3274-465A-869D-9E6009D3334A}" dt="2026-02-26T13:37:36.128" v="1723" actId="478"/>
          <ac:picMkLst>
            <pc:docMk/>
            <pc:sldMk cId="4037832363" sldId="370"/>
            <ac:picMk id="4" creationId="{EC23C2D1-EC85-DE2A-7C92-44D3FFA405BD}"/>
          </ac:picMkLst>
        </pc:picChg>
        <pc:picChg chg="add mod">
          <ac:chgData name="Eric Dobbs" userId="c3e04ad9674fc5b2" providerId="LiveId" clId="{44D212E8-3274-465A-869D-9E6009D3334A}" dt="2026-02-26T13:49:12.347" v="1918" actId="1076"/>
          <ac:picMkLst>
            <pc:docMk/>
            <pc:sldMk cId="4037832363" sldId="370"/>
            <ac:picMk id="8" creationId="{017022FB-C6E8-A1B5-BBEB-602D4FD7F1BF}"/>
          </ac:picMkLst>
        </pc:picChg>
      </pc:sldChg>
      <pc:sldChg chg="addSp delSp modSp add mod">
        <pc:chgData name="Eric Dobbs" userId="c3e04ad9674fc5b2" providerId="LiveId" clId="{44D212E8-3274-465A-869D-9E6009D3334A}" dt="2026-02-26T14:05:47.397" v="1944" actId="1076"/>
        <pc:sldMkLst>
          <pc:docMk/>
          <pc:sldMk cId="830711728" sldId="371"/>
        </pc:sldMkLst>
        <pc:spChg chg="mod">
          <ac:chgData name="Eric Dobbs" userId="c3e04ad9674fc5b2" providerId="LiveId" clId="{44D212E8-3274-465A-869D-9E6009D3334A}" dt="2026-02-26T13:58:33.506" v="1923"/>
          <ac:spMkLst>
            <pc:docMk/>
            <pc:sldMk cId="830711728" sldId="371"/>
            <ac:spMk id="2" creationId="{86E3DD16-A901-494D-211A-492D113B94C9}"/>
          </ac:spMkLst>
        </pc:spChg>
        <pc:spChg chg="add">
          <ac:chgData name="Eric Dobbs" userId="c3e04ad9674fc5b2" providerId="LiveId" clId="{44D212E8-3274-465A-869D-9E6009D3334A}" dt="2026-02-26T14:03:16.586" v="1937"/>
          <ac:spMkLst>
            <pc:docMk/>
            <pc:sldMk cId="830711728" sldId="371"/>
            <ac:spMk id="3" creationId="{F5DCDDA9-7186-4048-FB96-775B0A8D0690}"/>
          </ac:spMkLst>
        </pc:spChg>
        <pc:spChg chg="mod">
          <ac:chgData name="Eric Dobbs" userId="c3e04ad9674fc5b2" providerId="LiveId" clId="{44D212E8-3274-465A-869D-9E6009D3334A}" dt="2026-02-26T14:03:40.518" v="1941" actId="207"/>
          <ac:spMkLst>
            <pc:docMk/>
            <pc:sldMk cId="830711728" sldId="371"/>
            <ac:spMk id="5" creationId="{1E908CC1-13B2-52D8-276D-F8E8FFB71243}"/>
          </ac:spMkLst>
        </pc:spChg>
        <pc:spChg chg="mod">
          <ac:chgData name="Eric Dobbs" userId="c3e04ad9674fc5b2" providerId="LiveId" clId="{44D212E8-3274-465A-869D-9E6009D3334A}" dt="2026-02-26T13:59:15.426" v="1929" actId="207"/>
          <ac:spMkLst>
            <pc:docMk/>
            <pc:sldMk cId="830711728" sldId="371"/>
            <ac:spMk id="6" creationId="{E24E9081-8D73-6709-4A7F-69D7952B0F83}"/>
          </ac:spMkLst>
        </pc:spChg>
        <pc:picChg chg="add mod">
          <ac:chgData name="Eric Dobbs" userId="c3e04ad9674fc5b2" providerId="LiveId" clId="{44D212E8-3274-465A-869D-9E6009D3334A}" dt="2026-02-26T14:05:47.397" v="1944" actId="1076"/>
          <ac:picMkLst>
            <pc:docMk/>
            <pc:sldMk cId="830711728" sldId="371"/>
            <ac:picMk id="7" creationId="{DBFC17DF-417C-EFB6-E582-69D53B15985B}"/>
          </ac:picMkLst>
        </pc:picChg>
        <pc:picChg chg="del">
          <ac:chgData name="Eric Dobbs" userId="c3e04ad9674fc5b2" providerId="LiveId" clId="{44D212E8-3274-465A-869D-9E6009D3334A}" dt="2026-02-26T14:02:02.377" v="1933" actId="478"/>
          <ac:picMkLst>
            <pc:docMk/>
            <pc:sldMk cId="830711728" sldId="371"/>
            <ac:picMk id="8" creationId="{3E5EC591-7DEA-4C0B-6404-1DF777FD3050}"/>
          </ac:picMkLst>
        </pc:picChg>
      </pc:sldChg>
      <pc:sldChg chg="addSp delSp modSp add mod">
        <pc:chgData name="Eric Dobbs" userId="c3e04ad9674fc5b2" providerId="LiveId" clId="{44D212E8-3274-465A-869D-9E6009D3334A}" dt="2026-02-26T14:45:27.566" v="2201" actId="20577"/>
        <pc:sldMkLst>
          <pc:docMk/>
          <pc:sldMk cId="1000991272" sldId="372"/>
        </pc:sldMkLst>
        <pc:spChg chg="add mod">
          <ac:chgData name="Eric Dobbs" userId="c3e04ad9674fc5b2" providerId="LiveId" clId="{44D212E8-3274-465A-869D-9E6009D3334A}" dt="2026-02-26T14:45:27.566" v="2201" actId="20577"/>
          <ac:spMkLst>
            <pc:docMk/>
            <pc:sldMk cId="1000991272" sldId="372"/>
            <ac:spMk id="3" creationId="{F2A71B2D-DF17-33A0-910D-1BD2081C6017}"/>
          </ac:spMkLst>
        </pc:spChg>
        <pc:spChg chg="del mod">
          <ac:chgData name="Eric Dobbs" userId="c3e04ad9674fc5b2" providerId="LiveId" clId="{44D212E8-3274-465A-869D-9E6009D3334A}" dt="2026-02-26T14:32:13.012" v="1947" actId="21"/>
          <ac:spMkLst>
            <pc:docMk/>
            <pc:sldMk cId="1000991272" sldId="372"/>
            <ac:spMk id="5" creationId="{30D9D627-2CBB-7295-546C-31DA7F6E739A}"/>
          </ac:spMkLst>
        </pc:spChg>
        <pc:spChg chg="del">
          <ac:chgData name="Eric Dobbs" userId="c3e04ad9674fc5b2" providerId="LiveId" clId="{44D212E8-3274-465A-869D-9E6009D3334A}" dt="2026-02-26T14:35:23.496" v="2089" actId="478"/>
          <ac:spMkLst>
            <pc:docMk/>
            <pc:sldMk cId="1000991272" sldId="372"/>
            <ac:spMk id="6" creationId="{8AEE3C2C-7089-8F54-D529-23D48BAD8BB1}"/>
          </ac:spMkLst>
        </pc:spChg>
        <pc:picChg chg="del">
          <ac:chgData name="Eric Dobbs" userId="c3e04ad9674fc5b2" providerId="LiveId" clId="{44D212E8-3274-465A-869D-9E6009D3334A}" dt="2026-02-26T14:32:15.197" v="1948" actId="478"/>
          <ac:picMkLst>
            <pc:docMk/>
            <pc:sldMk cId="1000991272" sldId="372"/>
            <ac:picMk id="7" creationId="{C909833A-C5AE-12A3-7CB4-C59C174950EC}"/>
          </ac:picMkLst>
        </pc:picChg>
      </pc:sldChg>
      <pc:sldChg chg="addSp delSp modSp add mod">
        <pc:chgData name="Eric Dobbs" userId="c3e04ad9674fc5b2" providerId="LiveId" clId="{44D212E8-3274-465A-869D-9E6009D3334A}" dt="2026-02-26T14:45:00.017" v="2192" actId="1076"/>
        <pc:sldMkLst>
          <pc:docMk/>
          <pc:sldMk cId="2468115321" sldId="373"/>
        </pc:sldMkLst>
        <pc:spChg chg="del mod">
          <ac:chgData name="Eric Dobbs" userId="c3e04ad9674fc5b2" providerId="LiveId" clId="{44D212E8-3274-465A-869D-9E6009D3334A}" dt="2026-02-26T14:44:38.948" v="2190" actId="21"/>
          <ac:spMkLst>
            <pc:docMk/>
            <pc:sldMk cId="2468115321" sldId="373"/>
            <ac:spMk id="3" creationId="{0EEF9D54-EFB0-1700-2942-174E98DFEA3D}"/>
          </ac:spMkLst>
        </pc:spChg>
        <pc:picChg chg="add mod">
          <ac:chgData name="Eric Dobbs" userId="c3e04ad9674fc5b2" providerId="LiveId" clId="{44D212E8-3274-465A-869D-9E6009D3334A}" dt="2026-02-26T14:45:00.017" v="2192" actId="1076"/>
          <ac:picMkLst>
            <pc:docMk/>
            <pc:sldMk cId="2468115321" sldId="373"/>
            <ac:picMk id="5" creationId="{3AB0B6D1-365F-C3F4-C64C-149E0153FBE9}"/>
          </ac:picMkLst>
        </pc:picChg>
      </pc:sldChg>
      <pc:sldChg chg="addSp delSp modSp add mod">
        <pc:chgData name="Eric Dobbs" userId="c3e04ad9674fc5b2" providerId="LiveId" clId="{44D212E8-3274-465A-869D-9E6009D3334A}" dt="2026-02-26T14:47:34.021" v="2205" actId="1076"/>
        <pc:sldMkLst>
          <pc:docMk/>
          <pc:sldMk cId="1950452078" sldId="374"/>
        </pc:sldMkLst>
        <pc:picChg chg="add mod">
          <ac:chgData name="Eric Dobbs" userId="c3e04ad9674fc5b2" providerId="LiveId" clId="{44D212E8-3274-465A-869D-9E6009D3334A}" dt="2026-02-26T14:47:34.021" v="2205" actId="1076"/>
          <ac:picMkLst>
            <pc:docMk/>
            <pc:sldMk cId="1950452078" sldId="374"/>
            <ac:picMk id="4" creationId="{D16D3F75-9353-715E-F074-3B62C38F71A4}"/>
          </ac:picMkLst>
        </pc:picChg>
        <pc:picChg chg="del">
          <ac:chgData name="Eric Dobbs" userId="c3e04ad9674fc5b2" providerId="LiveId" clId="{44D212E8-3274-465A-869D-9E6009D3334A}" dt="2026-02-26T14:46:26.195" v="2203" actId="478"/>
          <ac:picMkLst>
            <pc:docMk/>
            <pc:sldMk cId="1950452078" sldId="374"/>
            <ac:picMk id="5" creationId="{3A70B945-C67F-7424-1B57-DEED074996B7}"/>
          </ac:picMkLst>
        </pc:picChg>
      </pc:sldChg>
      <pc:sldChg chg="addSp delSp add mod">
        <pc:chgData name="Eric Dobbs" userId="c3e04ad9674fc5b2" providerId="LiveId" clId="{44D212E8-3274-465A-869D-9E6009D3334A}" dt="2026-02-26T14:49:00.355" v="2208" actId="22"/>
        <pc:sldMkLst>
          <pc:docMk/>
          <pc:sldMk cId="4236870767" sldId="375"/>
        </pc:sldMkLst>
        <pc:picChg chg="del">
          <ac:chgData name="Eric Dobbs" userId="c3e04ad9674fc5b2" providerId="LiveId" clId="{44D212E8-3274-465A-869D-9E6009D3334A}" dt="2026-02-26T14:48:57.371" v="2207" actId="478"/>
          <ac:picMkLst>
            <pc:docMk/>
            <pc:sldMk cId="4236870767" sldId="375"/>
            <ac:picMk id="4" creationId="{0AF66A35-B585-71D1-9173-3E7D94D6EF0D}"/>
          </ac:picMkLst>
        </pc:picChg>
        <pc:picChg chg="add">
          <ac:chgData name="Eric Dobbs" userId="c3e04ad9674fc5b2" providerId="LiveId" clId="{44D212E8-3274-465A-869D-9E6009D3334A}" dt="2026-02-26T14:49:00.355" v="2208" actId="22"/>
          <ac:picMkLst>
            <pc:docMk/>
            <pc:sldMk cId="4236870767" sldId="375"/>
            <ac:picMk id="5" creationId="{45B4EFB5-017B-AE5C-40D4-12BCACF38F41}"/>
          </ac:picMkLst>
        </pc:picChg>
      </pc:sldChg>
      <pc:sldChg chg="addSp delSp modSp add mod modNotesTx">
        <pc:chgData name="Eric Dobbs" userId="c3e04ad9674fc5b2" providerId="LiveId" clId="{44D212E8-3274-465A-869D-9E6009D3334A}" dt="2026-02-26T15:18:22.189" v="2216"/>
        <pc:sldMkLst>
          <pc:docMk/>
          <pc:sldMk cId="1045414918" sldId="376"/>
        </pc:sldMkLst>
        <pc:picChg chg="add mod">
          <ac:chgData name="Eric Dobbs" userId="c3e04ad9674fc5b2" providerId="LiveId" clId="{44D212E8-3274-465A-869D-9E6009D3334A}" dt="2026-02-26T14:51:20.310" v="2212" actId="1076"/>
          <ac:picMkLst>
            <pc:docMk/>
            <pc:sldMk cId="1045414918" sldId="376"/>
            <ac:picMk id="4" creationId="{B9E6E2E9-2387-4C7E-4033-64764D8E8558}"/>
          </ac:picMkLst>
        </pc:picChg>
        <pc:picChg chg="del">
          <ac:chgData name="Eric Dobbs" userId="c3e04ad9674fc5b2" providerId="LiveId" clId="{44D212E8-3274-465A-869D-9E6009D3334A}" dt="2026-02-26T14:51:13.722" v="2210" actId="478"/>
          <ac:picMkLst>
            <pc:docMk/>
            <pc:sldMk cId="1045414918" sldId="376"/>
            <ac:picMk id="5" creationId="{1AB96A6E-070F-C26E-17D2-6DA26BE8BDFA}"/>
          </ac:picMkLst>
        </pc:picChg>
      </pc:sldChg>
      <pc:sldChg chg="addSp delSp modSp new del">
        <pc:chgData name="Eric Dobbs" userId="c3e04ad9674fc5b2" providerId="LiveId" clId="{44D212E8-3274-465A-869D-9E6009D3334A}" dt="2026-02-26T15:09:27.233" v="2215" actId="2696"/>
        <pc:sldMkLst>
          <pc:docMk/>
          <pc:sldMk cId="1076611532" sldId="377"/>
        </pc:sldMkLst>
        <pc:spChg chg="del">
          <ac:chgData name="Eric Dobbs" userId="c3e04ad9674fc5b2" providerId="LiveId" clId="{44D212E8-3274-465A-869D-9E6009D3334A}" dt="2026-02-26T14:54:30.795" v="2214"/>
          <ac:spMkLst>
            <pc:docMk/>
            <pc:sldMk cId="1076611532" sldId="377"/>
            <ac:spMk id="3" creationId="{5E21475B-7B39-AA80-C4C0-AFE24E641DF6}"/>
          </ac:spMkLst>
        </pc:spChg>
        <pc:spChg chg="add mod">
          <ac:chgData name="Eric Dobbs" userId="c3e04ad9674fc5b2" providerId="LiveId" clId="{44D212E8-3274-465A-869D-9E6009D3334A}" dt="2026-02-26T14:54:30.795" v="2214"/>
          <ac:spMkLst>
            <pc:docMk/>
            <pc:sldMk cId="1076611532" sldId="377"/>
            <ac:spMk id="4" creationId="{F6885E8A-4198-AC5A-912F-3E93A40B4C60}"/>
          </ac:spMkLst>
        </pc:spChg>
      </pc:sldChg>
      <pc:sldChg chg="addSp delSp modSp add mod">
        <pc:chgData name="Eric Dobbs" userId="c3e04ad9674fc5b2" providerId="LiveId" clId="{44D212E8-3274-465A-869D-9E6009D3334A}" dt="2026-02-26T15:34:31.615" v="2227" actId="1076"/>
        <pc:sldMkLst>
          <pc:docMk/>
          <pc:sldMk cId="4081792974" sldId="377"/>
        </pc:sldMkLst>
        <pc:spChg chg="mod">
          <ac:chgData name="Eric Dobbs" userId="c3e04ad9674fc5b2" providerId="LiveId" clId="{44D212E8-3274-465A-869D-9E6009D3334A}" dt="2026-02-26T15:33:52.380" v="2220" actId="20577"/>
          <ac:spMkLst>
            <pc:docMk/>
            <pc:sldMk cId="4081792974" sldId="377"/>
            <ac:spMk id="2" creationId="{5BF3E0A2-E242-C81D-A1E8-2702B05FF603}"/>
          </ac:spMkLst>
        </pc:spChg>
        <pc:picChg chg="del">
          <ac:chgData name="Eric Dobbs" userId="c3e04ad9674fc5b2" providerId="LiveId" clId="{44D212E8-3274-465A-869D-9E6009D3334A}" dt="2026-02-26T15:33:54.909" v="2221" actId="478"/>
          <ac:picMkLst>
            <pc:docMk/>
            <pc:sldMk cId="4081792974" sldId="377"/>
            <ac:picMk id="4" creationId="{6C56E973-2602-6F26-C71C-BE9433EAA6CC}"/>
          </ac:picMkLst>
        </pc:picChg>
        <pc:picChg chg="add mod">
          <ac:chgData name="Eric Dobbs" userId="c3e04ad9674fc5b2" providerId="LiveId" clId="{44D212E8-3274-465A-869D-9E6009D3334A}" dt="2026-02-26T15:34:24.946" v="2226" actId="1076"/>
          <ac:picMkLst>
            <pc:docMk/>
            <pc:sldMk cId="4081792974" sldId="377"/>
            <ac:picMk id="5" creationId="{9E30E08B-1945-182C-9C6D-9BF439F32370}"/>
          </ac:picMkLst>
        </pc:picChg>
        <pc:picChg chg="add mod">
          <ac:chgData name="Eric Dobbs" userId="c3e04ad9674fc5b2" providerId="LiveId" clId="{44D212E8-3274-465A-869D-9E6009D3334A}" dt="2026-02-26T15:34:31.615" v="2227" actId="1076"/>
          <ac:picMkLst>
            <pc:docMk/>
            <pc:sldMk cId="4081792974" sldId="377"/>
            <ac:picMk id="7" creationId="{5FE9ACBD-67AE-43CF-E98D-976278AD53ED}"/>
          </ac:picMkLst>
        </pc:picChg>
      </pc:sldChg>
      <pc:sldChg chg="addSp delSp modSp new mod modClrScheme chgLayout">
        <pc:chgData name="Eric Dobbs" userId="c3e04ad9674fc5b2" providerId="LiveId" clId="{44D212E8-3274-465A-869D-9E6009D3334A}" dt="2026-02-26T15:51:56.871" v="2239" actId="1076"/>
        <pc:sldMkLst>
          <pc:docMk/>
          <pc:sldMk cId="3219305506" sldId="378"/>
        </pc:sldMkLst>
        <pc:spChg chg="del">
          <ac:chgData name="Eric Dobbs" userId="c3e04ad9674fc5b2" providerId="LiveId" clId="{44D212E8-3274-465A-869D-9E6009D3334A}" dt="2026-02-26T15:44:17.599" v="2229" actId="700"/>
          <ac:spMkLst>
            <pc:docMk/>
            <pc:sldMk cId="3219305506" sldId="378"/>
            <ac:spMk id="2" creationId="{F549005A-3E85-EBED-C5FD-F1112AFB7059}"/>
          </ac:spMkLst>
        </pc:spChg>
        <pc:spChg chg="del">
          <ac:chgData name="Eric Dobbs" userId="c3e04ad9674fc5b2" providerId="LiveId" clId="{44D212E8-3274-465A-869D-9E6009D3334A}" dt="2026-02-26T15:44:17.599" v="2229" actId="700"/>
          <ac:spMkLst>
            <pc:docMk/>
            <pc:sldMk cId="3219305506" sldId="378"/>
            <ac:spMk id="3" creationId="{AC1C4FBB-2688-5E52-7B01-EA28F48FA350}"/>
          </ac:spMkLst>
        </pc:spChg>
        <pc:picChg chg="add mod">
          <ac:chgData name="Eric Dobbs" userId="c3e04ad9674fc5b2" providerId="LiveId" clId="{44D212E8-3274-465A-869D-9E6009D3334A}" dt="2026-02-26T15:44:24.642" v="2231" actId="1076"/>
          <ac:picMkLst>
            <pc:docMk/>
            <pc:sldMk cId="3219305506" sldId="378"/>
            <ac:picMk id="5" creationId="{1A0FE599-1374-E517-5C83-7420BF704D1D}"/>
          </ac:picMkLst>
        </pc:picChg>
        <pc:picChg chg="add mod">
          <ac:chgData name="Eric Dobbs" userId="c3e04ad9674fc5b2" providerId="LiveId" clId="{44D212E8-3274-465A-869D-9E6009D3334A}" dt="2026-02-26T15:45:29.078" v="2233" actId="1076"/>
          <ac:picMkLst>
            <pc:docMk/>
            <pc:sldMk cId="3219305506" sldId="378"/>
            <ac:picMk id="7" creationId="{1F3E33AA-7C08-5C92-DD5E-83D7AD5AFA0A}"/>
          </ac:picMkLst>
        </pc:picChg>
        <pc:picChg chg="add mod">
          <ac:chgData name="Eric Dobbs" userId="c3e04ad9674fc5b2" providerId="LiveId" clId="{44D212E8-3274-465A-869D-9E6009D3334A}" dt="2026-02-26T15:47:16.189" v="2235" actId="1076"/>
          <ac:picMkLst>
            <pc:docMk/>
            <pc:sldMk cId="3219305506" sldId="378"/>
            <ac:picMk id="9" creationId="{0775FCD9-D8AF-C415-4AFC-1DB5BFD0127A}"/>
          </ac:picMkLst>
        </pc:picChg>
        <pc:picChg chg="add mod">
          <ac:chgData name="Eric Dobbs" userId="c3e04ad9674fc5b2" providerId="LiveId" clId="{44D212E8-3274-465A-869D-9E6009D3334A}" dt="2026-02-26T15:48:35.592" v="2237" actId="1076"/>
          <ac:picMkLst>
            <pc:docMk/>
            <pc:sldMk cId="3219305506" sldId="378"/>
            <ac:picMk id="11" creationId="{6FBDEB56-EC87-955A-991A-B97D278E06B4}"/>
          </ac:picMkLst>
        </pc:picChg>
        <pc:picChg chg="add mod">
          <ac:chgData name="Eric Dobbs" userId="c3e04ad9674fc5b2" providerId="LiveId" clId="{44D212E8-3274-465A-869D-9E6009D3334A}" dt="2026-02-26T15:51:56.871" v="2239" actId="1076"/>
          <ac:picMkLst>
            <pc:docMk/>
            <pc:sldMk cId="3219305506" sldId="378"/>
            <ac:picMk id="13" creationId="{79544F11-13E7-FB6D-6B07-1DC20B868550}"/>
          </ac:picMkLst>
        </pc:picChg>
      </pc:sldChg>
      <pc:sldChg chg="modSp add mod modNotes">
        <pc:chgData name="Eric Dobbs" userId="c3e04ad9674fc5b2" providerId="LiveId" clId="{44D212E8-3274-465A-869D-9E6009D3334A}" dt="2026-02-26T16:05:22.470" v="2253" actId="1076"/>
        <pc:sldMkLst>
          <pc:docMk/>
          <pc:sldMk cId="0" sldId="433"/>
        </pc:sldMkLst>
        <pc:spChg chg="mod">
          <ac:chgData name="Eric Dobbs" userId="c3e04ad9674fc5b2" providerId="LiveId" clId="{44D212E8-3274-465A-869D-9E6009D3334A}" dt="2026-02-26T16:05:22.470" v="2253" actId="1076"/>
          <ac:spMkLst>
            <pc:docMk/>
            <pc:sldMk cId="0" sldId="433"/>
            <ac:spMk id="150531" creationId="{175D0BC4-6442-C0A6-ABF4-373603903AA6}"/>
          </ac:spMkLst>
        </pc:spChg>
        <pc:spChg chg="mod">
          <ac:chgData name="Eric Dobbs" userId="c3e04ad9674fc5b2" providerId="LiveId" clId="{44D212E8-3274-465A-869D-9E6009D3334A}" dt="2026-02-26T16:05:10.566" v="2251" actId="12"/>
          <ac:spMkLst>
            <pc:docMk/>
            <pc:sldMk cId="0" sldId="433"/>
            <ac:spMk id="150535" creationId="{6611FCC0-7DCB-EB57-D4EE-78A2ED0D728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98DD-30BA-0868-2CA1-5EB0F93D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D8687-FB1B-6B0F-90FE-23E6D323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D73B0-2283-A844-BCE3-CF644832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98E0-3F55-150C-C855-DE2899D4C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0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FD956-8F3D-BA58-1069-E2263366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BE99E-6D3C-548E-B849-E4E9D041C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7B4C6-EE44-B467-AE93-F67D002D0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43344-9A00-F258-3162-EA7B5B069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18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F92F-6293-8474-FBCE-4849262A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205C0-A5BB-0CF1-8429-CC8F3AEE1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494F7-27A0-0196-3652-424819DAE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8D14C-B7E6-473C-679B-3B603C032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36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EA6F1-410C-82C4-5169-34DAC3C6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DE918-2206-AEE6-0512-3AEE267E4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A67F2-0647-2D85-76E3-86B3539CD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7C2C8-2CC9-0AC4-E4ED-B45E515C7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6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DAD43-CC83-9BB0-0F7C-4C3542D2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81E82-584C-041F-3C66-74FB406A7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D578E-BFDA-E951-E7DA-486C6DDE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EFF03-E966-D1D0-4E95-610DF9D86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501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FB1EA-C48C-7080-BF27-D5FC3A67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713E9-635A-50B6-7924-B0A92A807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6083D-2096-3D95-BC4E-DED32BFF7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00C12-E4A4-9F8A-E1FA-7BB42DFEC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109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BC74-F555-D9C2-D3E6-EF5BD3E8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A07B0-A63A-9EC2-A072-C695E18E0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3404E-93D1-2A36-A1B0-B26FAED96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773B-EAB5-AA00-92B3-BD2CBBE65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1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AB1F-6043-8F82-F0ED-1338F1CD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A76FE-F6E2-A0D9-4D88-B67E5F19D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A190C-DF32-27F6-243E-520732BDE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TestMax.java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137C8-D1C5-304A-2C22-C8BC5AABD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65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BD10-CF32-9B89-24A1-28765810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4D6E-4BA1-91FC-5872-11E24D577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E1C71-17E6-9597-C70F-AB868559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TestMax.java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B570B-7471-D331-047E-0C028C16A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11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8DACE52-E5DB-F65B-4D2F-18CC472EB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3471A57-0D99-5B49-98BA-3B8220358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38EA-4324-A569-382F-BCBE18B8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D7872-CA70-841D-26C8-2DCBD7B15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29101-993E-C6F2-65BE-E13F35CB2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PrintGrade.java and PrintGradeWithReturn.java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DA57D-DE00-99E7-D341-9D44F9547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86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326D0-08D8-3720-2499-E158F2B2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E6FB9-1F1A-9005-96B7-2D70C8BE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131BD-F2CF-27D3-0B1C-30BE1412D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TestPassByValue</a:t>
            </a:r>
            <a:r>
              <a:rPr lang="en-US" dirty="0"/>
              <a:t>.java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01799-6F93-F0D3-63B1-6ACBF8B59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11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41860-B1EF-C144-8D5A-7B3C40E4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3CB53-3E1C-9BDC-31DC-0DC070B72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C830D-F62E-65E2-CA3C-EBD9474E7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GreatestCommonDivisor.java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PrimeNumberMethod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C292F-C494-6FEB-AD8D-60F986A05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039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1EB8-6A54-F02E-9AB1-0BB7285B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ABB27-4FBA-EB28-0A8F-A7E9A034A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C3958-FBB5-AB77-70C7-8F3DD4377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GreatestCommonDivisor.java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PrimeNumberMethod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7ED23-564F-4802-EA49-CC0D58830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711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36FC-2BEB-E802-0FD8-AB35238A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77568-1BBE-AE2D-D8B4-08E4292E5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A6279-AA95-04D3-E880-B57C9D37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Hex2Dec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52F6-94E2-D888-572F-F22282C66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07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3693-15A1-9073-1D56-780A9CDF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CDC9E-2D3A-B271-FCE2-AAEB5AA56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B24DF-7729-C70A-7D7D-A23E2424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Hex2Dec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F0FDD-B7DC-9D0F-BF68-13F379060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8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6A9F-B3EC-3E2E-5204-A37CFA21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BFFCB-8E0C-7125-020E-34B8F3E5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FE4E7-A445-9595-A67C-CAABF648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ABBF5-15A8-786B-E79B-A15335803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425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E86A-6EDD-B808-3D8C-EC6F8E9D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0DD1-19CA-AEFA-8A7C-75AF6FB11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79C52-DE08-094E-BDFF-E76A8B4D2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66451-E4B0-D6FD-D372-D77FDAA0E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20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8A97-9332-3403-A5FF-19BCDBE0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652E8-CBDC-6111-6C1E-C17451194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61D0E-4DE4-D396-167E-74F12A64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E2EE-6723-A7DD-3BCA-A12CE1BD0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7118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5E0F-0638-F101-B57F-643E32C2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F61BE-1719-0BE1-1C32-988DA210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A5585-43B5-D599-79A8-E3645A97C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6A19C-811A-D4BE-189E-E645DF79B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54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E290A-6E96-3FFE-ED88-1318A382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85C89-D8CA-B756-B47A-439642B8A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38924-D26E-E010-7A82-C2A90A289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347F9-B7A1-82A5-A3AB-2CEFB0CD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72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89DA-FB63-1339-3177-C8B6F432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70A4B-D2BE-BFD4-08E6-631D0C97F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869A5-EBA9-9427-E86D-A3AA5C690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B4C77-45C0-728E-E502-5415C6806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1872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F7C97-D14E-F590-43FB-3BCBD912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F3351-9605-FF9D-703F-2855C9F64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6D334-0198-17CD-E0A9-BA3D4F38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TestMethodOverloading.java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63EA-25B5-819D-912B-C00216B12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6403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F7EF-E971-904A-8F15-3283B78B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AD632-3245-3EA9-E6C3-0294C04E6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FA5AF-5C2D-9686-2ED3-EBCD0E9DE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PrintCalendarStub.java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E3117-3027-2924-9C26-AD8320151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11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CDA747FA-C523-0E5F-1411-9CC03975B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01112C4E-A844-178D-5E10-C19963A66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F81-0A17-97B1-F6A2-9B59E313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C9EA1-83C7-9DE7-3E3E-815A7BC44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C4AEC-2FB5-D522-409B-A1C7027A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PrintCalendarStub.java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BE616-0F44-1A0E-BD11-9FCBF1864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0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600" dirty="0"/>
              <a:t>Java Programming I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sz="3600" dirty="0"/>
              <a:t>Cist2371 – lesson6 (methods)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6">
            <a:extLst>
              <a:ext uri="{FF2B5EF4-FFF2-40B4-BE49-F238E27FC236}">
                <a16:creationId xmlns:a16="http://schemas.microsoft.com/office/drawing/2014/main" id="{65DD4B4B-20B7-4924-F35A-83C18AD5EE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96EA88-0FB5-4042-A25E-77B453EBAF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708307F-C217-D0CD-CA5E-856FECC6C6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228601"/>
            <a:ext cx="7772400" cy="473075"/>
          </a:xfrm>
        </p:spPr>
        <p:txBody>
          <a:bodyPr/>
          <a:lstStyle/>
          <a:p>
            <a:r>
              <a:rPr lang="en-US" altLang="en-US" sz="4000"/>
              <a:t>Objectives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10B6B67-B852-433F-B930-5DE40EAC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741363"/>
            <a:ext cx="8688388" cy="549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B052D-EF14-FBEB-1848-7BB6307B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887" y="1151021"/>
            <a:ext cx="10187747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6.1 To define methods with formal parameters (§6.2).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6.2 To invoke methods with actual parameters (i.e., arguments) (§6.2).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6.3 To define methods with a return value (§6.3).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6.4 To define methods without a return value and distinguish the differences between void methods and value-returning methods (§6.4).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6.5 To pass arguments by value (§6.5).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6.6 To develop reusable code that is modular, easy to read, easy to debug, and easy to maintain (§6.6).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6.7 To write a method that converts hexadecimals to decimals (§6.7).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6.8 To use method overloading and understand ambiguous overloading (§6.8).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6.9 To determine the scope of variables (§6.9).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6.10 To apply the concept of method abstraction in software development (§6.10).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6.11 To design and implement methods using stepwise refinement (§6.11).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CAC4-8E69-7EBB-5973-CD209EAD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389-1FC4-8639-3006-80D44A34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6.1 Introduction - </a:t>
            </a:r>
            <a:r>
              <a:rPr lang="en-US" b="1" dirty="0"/>
              <a:t>Methods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5B78-2E3B-93EB-B220-3E997C50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99" y="2369709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 </a:t>
            </a:r>
            <a:r>
              <a:rPr lang="en-US" sz="3600" b="1" dirty="0">
                <a:solidFill>
                  <a:schemeClr val="accent1"/>
                </a:solidFill>
              </a:rPr>
              <a:t>method</a:t>
            </a:r>
            <a:r>
              <a:rPr lang="en-US" sz="3600" dirty="0"/>
              <a:t> is a collection of statements grouped together to perform an operation.</a:t>
            </a:r>
          </a:p>
        </p:txBody>
      </p:sp>
    </p:spTree>
    <p:extLst>
      <p:ext uri="{BB962C8B-B14F-4D97-AF65-F5344CB8AC3E}">
        <p14:creationId xmlns:p14="http://schemas.microsoft.com/office/powerpoint/2010/main" val="19029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160B-8C03-0521-30E2-CDA96C20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6.1 Introduction - </a:t>
            </a:r>
            <a:r>
              <a:rPr lang="en-US" b="1" dirty="0"/>
              <a:t>Methods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A6B88-4811-BF4E-F568-BF705EA8A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99" y="2369709"/>
            <a:ext cx="8946541" cy="2397759"/>
          </a:xfrm>
        </p:spPr>
        <p:txBody>
          <a:bodyPr>
            <a:normAutofit/>
          </a:bodyPr>
          <a:lstStyle/>
          <a:p>
            <a:r>
              <a:rPr lang="en-US" sz="3600" dirty="0"/>
              <a:t>Define reusable code</a:t>
            </a:r>
          </a:p>
          <a:p>
            <a:r>
              <a:rPr lang="en-US" sz="3600" dirty="0"/>
              <a:t>Organize and simplify coding</a:t>
            </a:r>
          </a:p>
          <a:p>
            <a:r>
              <a:rPr lang="en-US" sz="3600" dirty="0"/>
              <a:t>Make code easy to maintain</a:t>
            </a:r>
          </a:p>
        </p:txBody>
      </p:sp>
    </p:spTree>
    <p:extLst>
      <p:ext uri="{BB962C8B-B14F-4D97-AF65-F5344CB8AC3E}">
        <p14:creationId xmlns:p14="http://schemas.microsoft.com/office/powerpoint/2010/main" val="85070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8C23-E740-A20A-0330-21353174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6B9C-4425-C25C-C700-4F54087E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70BCA-ABC6-D5FE-DDF5-2A388321DCFC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F7D385-7859-8C70-92D0-0E03A76D7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EF9C35-4C21-64B1-445A-D513842CCD6F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int sum(int number1, int number2) {</a:t>
            </a:r>
          </a:p>
          <a:p>
            <a:r>
              <a:rPr lang="en-US" dirty="0"/>
              <a:t>        int result = 0;</a:t>
            </a:r>
          </a:p>
          <a:p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number1; </a:t>
            </a:r>
            <a:r>
              <a:rPr lang="en-US" dirty="0" err="1"/>
              <a:t>i</a:t>
            </a:r>
            <a:r>
              <a:rPr lang="en-US" dirty="0"/>
              <a:t> &lt;= number2;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result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11244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2698-130F-8741-8852-621C7D88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151A-34A9-CAB0-CF5E-A4B863A8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5BCCE-AEA9-77D1-0CBA-4692941115C2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2C52B0-DAEC-0207-03BD-7729BCFDD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29ED33-1145-5A0F-2514-1CA6CCE42EC1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public static </a:t>
            </a:r>
            <a:r>
              <a:rPr lang="en-US" dirty="0"/>
              <a:t>int sum(int number1, int number2) {</a:t>
            </a:r>
          </a:p>
          <a:p>
            <a:r>
              <a:rPr lang="en-US" dirty="0"/>
              <a:t>        int result = 0;</a:t>
            </a:r>
          </a:p>
          <a:p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number1; </a:t>
            </a:r>
            <a:r>
              <a:rPr lang="en-US" dirty="0" err="1"/>
              <a:t>i</a:t>
            </a:r>
            <a:r>
              <a:rPr lang="en-US" dirty="0"/>
              <a:t> &lt;= number2;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result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489AC-6E2B-3393-710C-BC1DF3F159DB}"/>
              </a:ext>
            </a:extLst>
          </p:cNvPr>
          <p:cNvSpPr txBox="1"/>
          <p:nvPr/>
        </p:nvSpPr>
        <p:spPr>
          <a:xfrm>
            <a:off x="1212574" y="3486421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Modifiers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00ADC-5D06-F46B-3170-0721CC12340C}"/>
              </a:ext>
            </a:extLst>
          </p:cNvPr>
          <p:cNvCxnSpPr/>
          <p:nvPr/>
        </p:nvCxnSpPr>
        <p:spPr>
          <a:xfrm>
            <a:off x="2047461" y="3855753"/>
            <a:ext cx="606287" cy="39819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8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1441-132E-1B4C-3BAD-9D7272A4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0C6F-8A68-96E0-C884-E64A351B0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C575C-5F39-535C-350D-4D5D2E3A412C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51D3FC-888E-25AB-789A-579367FE0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1A46A4-8CE3-04F9-0961-98E1EA557B69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</a:t>
            </a:r>
            <a:r>
              <a:rPr lang="en-US" b="1" dirty="0">
                <a:solidFill>
                  <a:srgbClr val="FFFF00"/>
                </a:solidFill>
              </a:rPr>
              <a:t>int</a:t>
            </a:r>
            <a:r>
              <a:rPr lang="en-US" dirty="0"/>
              <a:t> sum(int number1, int number2) {</a:t>
            </a:r>
          </a:p>
          <a:p>
            <a:r>
              <a:rPr lang="en-US" dirty="0"/>
              <a:t>        int result = 0;</a:t>
            </a:r>
          </a:p>
          <a:p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number1; </a:t>
            </a:r>
            <a:r>
              <a:rPr lang="en-US" dirty="0" err="1"/>
              <a:t>i</a:t>
            </a:r>
            <a:r>
              <a:rPr lang="en-US" dirty="0"/>
              <a:t> &lt;= number2;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result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FAF07-5771-0EFB-8E50-36CB9D5C6868}"/>
              </a:ext>
            </a:extLst>
          </p:cNvPr>
          <p:cNvSpPr txBox="1"/>
          <p:nvPr/>
        </p:nvSpPr>
        <p:spPr>
          <a:xfrm>
            <a:off x="556592" y="3558209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</a:rPr>
              <a:t>ReturnValueType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4CB2473-E91C-E5A1-470B-9CE3E4A7A47D}"/>
              </a:ext>
            </a:extLst>
          </p:cNvPr>
          <p:cNvCxnSpPr>
            <a:stCxn id="3" idx="3"/>
          </p:cNvCxnSpPr>
          <p:nvPr/>
        </p:nvCxnSpPr>
        <p:spPr>
          <a:xfrm>
            <a:off x="2647229" y="3742875"/>
            <a:ext cx="1596780" cy="521012"/>
          </a:xfrm>
          <a:prstGeom prst="bentConnector3">
            <a:avLst>
              <a:gd name="adj1" fmla="val 991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6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757C-3499-DADE-C705-D6ED46118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801F-4E84-9BA1-B972-F7E503C4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7A4FF-2B0F-FB2E-3836-D2847BD49A5E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FBF2AE-A6AF-0CEA-E92D-109A2895B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0C1EC1-617F-013E-A382-AD6BA00E082F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int </a:t>
            </a:r>
            <a:r>
              <a:rPr lang="en-US" b="1" dirty="0">
                <a:solidFill>
                  <a:srgbClr val="FFFF00"/>
                </a:solidFill>
              </a:rPr>
              <a:t>sum</a:t>
            </a:r>
            <a:r>
              <a:rPr lang="en-US" dirty="0"/>
              <a:t>(int number1, int number2) {</a:t>
            </a:r>
          </a:p>
          <a:p>
            <a:r>
              <a:rPr lang="en-US" dirty="0"/>
              <a:t>        int result = 0;</a:t>
            </a:r>
          </a:p>
          <a:p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number1; </a:t>
            </a:r>
            <a:r>
              <a:rPr lang="en-US" dirty="0" err="1"/>
              <a:t>i</a:t>
            </a:r>
            <a:r>
              <a:rPr lang="en-US" dirty="0"/>
              <a:t> &lt;= number2;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result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B7559-3753-78BD-B58D-942554C03E66}"/>
              </a:ext>
            </a:extLst>
          </p:cNvPr>
          <p:cNvSpPr txBox="1"/>
          <p:nvPr/>
        </p:nvSpPr>
        <p:spPr>
          <a:xfrm>
            <a:off x="556592" y="3558209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Method Name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CA6352E-DCFE-B018-0D66-9FEC567926B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355482" y="3742875"/>
            <a:ext cx="2315909" cy="530951"/>
          </a:xfrm>
          <a:prstGeom prst="bentConnector3">
            <a:avLst>
              <a:gd name="adj1" fmla="val 993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83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1AC3-ECB9-E643-FDAF-3553EEA9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D480-06D3-010F-9E91-B6805E41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F2328-A3C2-EB12-0616-9FF9075D9B7E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73C391-3F70-C623-CA1B-2449A865E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DB504E-3EEC-EF03-44CE-A33E44EB9F6B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int sum(</a:t>
            </a:r>
            <a:r>
              <a:rPr lang="en-US" b="1" dirty="0">
                <a:solidFill>
                  <a:srgbClr val="FFFF00"/>
                </a:solidFill>
              </a:rPr>
              <a:t>int number1, int number2</a:t>
            </a:r>
            <a:r>
              <a:rPr lang="en-US" dirty="0"/>
              <a:t>) {</a:t>
            </a:r>
          </a:p>
          <a:p>
            <a:r>
              <a:rPr lang="en-US" dirty="0"/>
              <a:t>        int result = 0;</a:t>
            </a:r>
          </a:p>
          <a:p>
            <a:r>
              <a:rPr lang="en-US" dirty="0"/>
              <a:t>        for(int </a:t>
            </a:r>
            <a:r>
              <a:rPr lang="en-US" dirty="0" err="1"/>
              <a:t>i</a:t>
            </a:r>
            <a:r>
              <a:rPr lang="en-US" dirty="0"/>
              <a:t> = number1; </a:t>
            </a:r>
            <a:r>
              <a:rPr lang="en-US" dirty="0" err="1"/>
              <a:t>i</a:t>
            </a:r>
            <a:r>
              <a:rPr lang="en-US" dirty="0"/>
              <a:t> &lt;= number2;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result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 return result;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45CE2-282F-FFDA-DCB0-0FA37C3C6479}"/>
              </a:ext>
            </a:extLst>
          </p:cNvPr>
          <p:cNvSpPr txBox="1"/>
          <p:nvPr/>
        </p:nvSpPr>
        <p:spPr>
          <a:xfrm>
            <a:off x="556592" y="3558209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List of parameters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BB8FAFC-5BD1-4E69-157E-8DE1D9271BD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693716" y="3742875"/>
            <a:ext cx="3637510" cy="405744"/>
          </a:xfrm>
          <a:prstGeom prst="bentConnector3">
            <a:avLst>
              <a:gd name="adj1" fmla="val 99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91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3340-B6C8-1533-334C-562ABA1F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05C9-EFDB-BE46-F226-8ECB6D36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6.2 Defining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1B754-732B-6A79-1882-28E4CFCD2A66}"/>
              </a:ext>
            </a:extLst>
          </p:cNvPr>
          <p:cNvSpPr txBox="1"/>
          <p:nvPr/>
        </p:nvSpPr>
        <p:spPr>
          <a:xfrm>
            <a:off x="646112" y="1261991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method definition consists of </a:t>
            </a:r>
            <a:r>
              <a:rPr lang="en-US" sz="2800" b="1" dirty="0"/>
              <a:t>method name</a:t>
            </a:r>
            <a:r>
              <a:rPr lang="en-US" sz="2800" dirty="0"/>
              <a:t>, </a:t>
            </a:r>
            <a:r>
              <a:rPr lang="en-US" sz="2800" b="1" dirty="0"/>
              <a:t>parameters</a:t>
            </a:r>
            <a:r>
              <a:rPr lang="en-US" sz="2800" dirty="0"/>
              <a:t>, </a:t>
            </a:r>
            <a:r>
              <a:rPr lang="en-US" sz="2800" b="1" dirty="0"/>
              <a:t>return value type</a:t>
            </a:r>
            <a:r>
              <a:rPr lang="en-US" sz="2800" dirty="0"/>
              <a:t>, and </a:t>
            </a:r>
            <a:r>
              <a:rPr lang="en-US" sz="2800" b="1" dirty="0"/>
              <a:t>body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DC9238-274E-3DEF-9536-4C93002C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44" y="2564321"/>
            <a:ext cx="4991533" cy="922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FF7BA8-CE19-5F55-FF45-E8AAD86F3C5D}"/>
              </a:ext>
            </a:extLst>
          </p:cNvPr>
          <p:cNvSpPr txBox="1"/>
          <p:nvPr/>
        </p:nvSpPr>
        <p:spPr>
          <a:xfrm>
            <a:off x="2554504" y="4148619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static int sum(int number1, int number2) {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FFFF00"/>
                </a:solidFill>
              </a:rPr>
              <a:t>int result = 0;</a:t>
            </a:r>
          </a:p>
          <a:p>
            <a:r>
              <a:rPr lang="en-US" dirty="0">
                <a:solidFill>
                  <a:srgbClr val="FFFF00"/>
                </a:solidFill>
              </a:rPr>
              <a:t>        for(int </a:t>
            </a: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 = number1; </a:t>
            </a: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 &lt;= number2; </a:t>
            </a: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++)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result += </a:t>
            </a:r>
            <a:r>
              <a:rPr lang="en-US" dirty="0" err="1">
                <a:solidFill>
                  <a:srgbClr val="FFFF00"/>
                </a:solidFill>
              </a:rPr>
              <a:t>i</a:t>
            </a:r>
            <a:r>
              <a:rPr lang="en-US" dirty="0">
                <a:solidFill>
                  <a:srgbClr val="FFFF00"/>
                </a:solidFill>
              </a:rPr>
              <a:t>;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    return result;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7FE93D5-AC70-7E32-5919-3B8923867E99}"/>
              </a:ext>
            </a:extLst>
          </p:cNvPr>
          <p:cNvSpPr/>
          <p:nvPr/>
        </p:nvSpPr>
        <p:spPr>
          <a:xfrm>
            <a:off x="2315965" y="4616869"/>
            <a:ext cx="477078" cy="1093305"/>
          </a:xfrm>
          <a:prstGeom prst="leftBrac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6B677-75D4-598E-21AD-F9465E4F09F4}"/>
              </a:ext>
            </a:extLst>
          </p:cNvPr>
          <p:cNvSpPr txBox="1"/>
          <p:nvPr/>
        </p:nvSpPr>
        <p:spPr>
          <a:xfrm>
            <a:off x="1359299" y="4840355"/>
            <a:ext cx="1075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Method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43030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F09-D7CA-8E9C-4E6A-1A7CE89B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FCEC-C90C-1A26-CCDF-AC579DA2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6.3 Calling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8AEBD-D46F-E46C-079E-EC14E54FBC2E}"/>
              </a:ext>
            </a:extLst>
          </p:cNvPr>
          <p:cNvSpPr txBox="1"/>
          <p:nvPr/>
        </p:nvSpPr>
        <p:spPr>
          <a:xfrm>
            <a:off x="646112" y="1261991"/>
            <a:ext cx="9744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Calling a method </a:t>
            </a:r>
            <a:r>
              <a:rPr lang="en-US" sz="2800" dirty="0"/>
              <a:t>executes the code in the method.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B7B6F-551B-8DE9-3FC5-D622B2782E30}"/>
              </a:ext>
            </a:extLst>
          </p:cNvPr>
          <p:cNvSpPr txBox="1"/>
          <p:nvPr/>
        </p:nvSpPr>
        <p:spPr>
          <a:xfrm>
            <a:off x="1739348" y="2584174"/>
            <a:ext cx="932659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Calling/Method Invocation – executes the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Returns a value OR</a:t>
            </a: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larger = max(3, 4);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Executes a statement</a:t>
            </a:r>
          </a:p>
          <a:p>
            <a:pPr lvl="1"/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(“Welcome to Java”);</a:t>
            </a:r>
          </a:p>
        </p:txBody>
      </p:sp>
    </p:spTree>
    <p:extLst>
      <p:ext uri="{BB962C8B-B14F-4D97-AF65-F5344CB8AC3E}">
        <p14:creationId xmlns:p14="http://schemas.microsoft.com/office/powerpoint/2010/main" val="335953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E8E51-0E55-F783-B0E8-552FBCC1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1EC3-F960-E838-FEC3-502CC10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6.3 Calling a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FA3C7-754B-3072-B5AE-3D7AD2E13C39}"/>
              </a:ext>
            </a:extLst>
          </p:cNvPr>
          <p:cNvSpPr txBox="1"/>
          <p:nvPr/>
        </p:nvSpPr>
        <p:spPr>
          <a:xfrm>
            <a:off x="646112" y="1261991"/>
            <a:ext cx="9744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Calling a method </a:t>
            </a:r>
            <a:r>
              <a:rPr lang="en-US" sz="2800" dirty="0"/>
              <a:t>executes the code in the method.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9BD0F-BB38-1717-B1AB-97DE0E30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688" y="2311153"/>
            <a:ext cx="7263181" cy="38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78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>
            <a:extLst>
              <a:ext uri="{FF2B5EF4-FFF2-40B4-BE49-F238E27FC236}">
                <a16:creationId xmlns:a16="http://schemas.microsoft.com/office/drawing/2014/main" id="{18373D34-F030-8166-E90B-79498F6EB7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102C64-2E56-4D0C-84DA-6DADD35FE7C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0B833C0-9C5A-2BDE-149E-D57A50AF9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85800"/>
          </a:xfrm>
        </p:spPr>
        <p:txBody>
          <a:bodyPr/>
          <a:lstStyle/>
          <a:p>
            <a:r>
              <a:rPr lang="en-US" altLang="en-US">
                <a:cs typeface="Courier New" panose="02070309020205020404" pitchFamily="49" charset="0"/>
              </a:rPr>
              <a:t>Call Stacks</a:t>
            </a:r>
            <a:r>
              <a:rPr lang="en-US" altLang="en-US"/>
              <a:t> 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7458C30-6B92-975C-6F73-10DAB35E1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2743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955A68D7-2EEF-EFDA-EFEB-CADE7526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22558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6" name="Rectangle 8">
            <a:extLst>
              <a:ext uri="{FF2B5EF4-FFF2-40B4-BE49-F238E27FC236}">
                <a16:creationId xmlns:a16="http://schemas.microsoft.com/office/drawing/2014/main" id="{A4171C73-79FF-3D18-529E-A723F12A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225583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7" name="Rectangle 10">
            <a:extLst>
              <a:ext uri="{FF2B5EF4-FFF2-40B4-BE49-F238E27FC236}">
                <a16:creationId xmlns:a16="http://schemas.microsoft.com/office/drawing/2014/main" id="{0217E7BB-7152-3295-1288-32621CB5D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932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56328" name="Picture 9">
            <a:extLst>
              <a:ext uri="{FF2B5EF4-FFF2-40B4-BE49-F238E27FC236}">
                <a16:creationId xmlns:a16="http://schemas.microsoft.com/office/drawing/2014/main" id="{82A54836-2C40-CB11-E803-73FE35459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6" y="2033589"/>
            <a:ext cx="9026525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C8951-9466-6A77-D66A-4606F807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035E-CB87-F35B-D680-5D8E6E68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6.4  </a:t>
            </a:r>
            <a:r>
              <a:rPr lang="en-US" b="1" dirty="0">
                <a:solidFill>
                  <a:srgbClr val="FFFF00"/>
                </a:solidFill>
              </a:rPr>
              <a:t>void </a:t>
            </a:r>
            <a:r>
              <a:rPr lang="en-US" dirty="0"/>
              <a:t>Methods vs. Value-Returning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89EA5-9821-7B60-B57F-7AA7A2DD06FE}"/>
              </a:ext>
            </a:extLst>
          </p:cNvPr>
          <p:cNvSpPr txBox="1"/>
          <p:nvPr/>
        </p:nvSpPr>
        <p:spPr>
          <a:xfrm>
            <a:off x="646111" y="1814492"/>
            <a:ext cx="9744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FFFF00"/>
                </a:solidFill>
              </a:rPr>
              <a:t>void</a:t>
            </a:r>
            <a:r>
              <a:rPr lang="en-US" sz="2800" dirty="0"/>
              <a:t> method does not return a value.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05E2D-5917-1269-3810-84ED224E0BC3}"/>
              </a:ext>
            </a:extLst>
          </p:cNvPr>
          <p:cNvSpPr txBox="1"/>
          <p:nvPr/>
        </p:nvSpPr>
        <p:spPr>
          <a:xfrm>
            <a:off x="1775638" y="3296093"/>
            <a:ext cx="85379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Methods do not have to return data back to the caller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These methods use the </a:t>
            </a:r>
            <a:r>
              <a:rPr lang="en-US" i="1" u="sng" dirty="0">
                <a:solidFill>
                  <a:srgbClr val="FFFF00"/>
                </a:solidFill>
              </a:rPr>
              <a:t>void</a:t>
            </a:r>
            <a:r>
              <a:rPr lang="en-US" dirty="0"/>
              <a:t> return type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Means they don’t return anything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Can still use </a:t>
            </a:r>
            <a:r>
              <a:rPr lang="en-US" i="1" u="sng" dirty="0">
                <a:solidFill>
                  <a:srgbClr val="FFFF00"/>
                </a:solidFill>
              </a:rPr>
              <a:t>return</a:t>
            </a:r>
            <a:r>
              <a:rPr lang="en-US" dirty="0"/>
              <a:t> keywork to return from a method before reaching the end of the code block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10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398E-1F9C-9B08-A864-4F46A989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1F02-5605-D541-3AF7-3E633125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6.5  </a:t>
            </a:r>
            <a:r>
              <a:rPr lang="en-US" dirty="0">
                <a:solidFill>
                  <a:schemeClr val="tx1"/>
                </a:solidFill>
              </a:rPr>
              <a:t>Passing Arguments by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C2014-16F5-CFD0-AB77-7C2A6B324B41}"/>
              </a:ext>
            </a:extLst>
          </p:cNvPr>
          <p:cNvSpPr txBox="1"/>
          <p:nvPr/>
        </p:nvSpPr>
        <p:spPr>
          <a:xfrm>
            <a:off x="646111" y="1262270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arguments are passed by value to parameters when invoking a method.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23DF8-20F6-BD98-2D3B-ED18317F1631}"/>
              </a:ext>
            </a:extLst>
          </p:cNvPr>
          <p:cNvSpPr txBox="1"/>
          <p:nvPr/>
        </p:nvSpPr>
        <p:spPr>
          <a:xfrm>
            <a:off x="786810" y="2397948"/>
            <a:ext cx="853794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Parameter order association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The arguments must match the parameters in </a:t>
            </a:r>
            <a:r>
              <a:rPr lang="en-US" dirty="0">
                <a:solidFill>
                  <a:srgbClr val="FFFF00"/>
                </a:solidFill>
              </a:rPr>
              <a:t>order, number, and compatible type</a:t>
            </a:r>
            <a:r>
              <a:rPr lang="en-US" dirty="0"/>
              <a:t>, as defined in the method signature. Compatible type means you can pass an argument to a parameter without explicit casting, such as passing an int value argument to a double value parameter.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Pass-By-Value</a:t>
            </a:r>
          </a:p>
        </p:txBody>
      </p:sp>
    </p:spTree>
    <p:extLst>
      <p:ext uri="{BB962C8B-B14F-4D97-AF65-F5344CB8AC3E}">
        <p14:creationId xmlns:p14="http://schemas.microsoft.com/office/powerpoint/2010/main" val="660687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8E0A-87BC-3FFD-44E9-C71B798E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F20A-06CA-7DD2-40D7-FF467EF3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6.6  </a:t>
            </a:r>
            <a:r>
              <a:rPr lang="en-US" dirty="0">
                <a:solidFill>
                  <a:schemeClr val="tx1"/>
                </a:solidFill>
              </a:rPr>
              <a:t>Modularizing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B296F-893A-E2F7-19C6-253EE8D9B20A}"/>
              </a:ext>
            </a:extLst>
          </p:cNvPr>
          <p:cNvSpPr txBox="1"/>
          <p:nvPr/>
        </p:nvSpPr>
        <p:spPr>
          <a:xfrm>
            <a:off x="646111" y="1262270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Modularizing makes the code easy to maintain and debug and enables the code to be reused.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A8868-8BF8-D9F5-050D-C1B674836D8B}"/>
              </a:ext>
            </a:extLst>
          </p:cNvPr>
          <p:cNvSpPr txBox="1"/>
          <p:nvPr/>
        </p:nvSpPr>
        <p:spPr>
          <a:xfrm>
            <a:off x="786810" y="2397948"/>
            <a:ext cx="853794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Modularity can be achieved by defining methods that perform common operations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Modularity allows code to be reused</a:t>
            </a:r>
          </a:p>
        </p:txBody>
      </p:sp>
    </p:spTree>
    <p:extLst>
      <p:ext uri="{BB962C8B-B14F-4D97-AF65-F5344CB8AC3E}">
        <p14:creationId xmlns:p14="http://schemas.microsoft.com/office/powerpoint/2010/main" val="296927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506E4-D614-AF84-2676-35D3088C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E28D-F208-03A5-F3BA-C32E41D6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6.6  </a:t>
            </a:r>
            <a:r>
              <a:rPr lang="en-US" dirty="0">
                <a:solidFill>
                  <a:schemeClr val="tx1"/>
                </a:solidFill>
              </a:rPr>
              <a:t>Modularizing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062AB-C984-C7AB-F7FF-BD39BC820824}"/>
              </a:ext>
            </a:extLst>
          </p:cNvPr>
          <p:cNvSpPr txBox="1"/>
          <p:nvPr/>
        </p:nvSpPr>
        <p:spPr>
          <a:xfrm>
            <a:off x="646111" y="1262270"/>
            <a:ext cx="9744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Modularizing makes the code easy to maintain and debug and enables the code to be reused.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4C482-6ACE-6BC8-FF67-102166D20A8B}"/>
              </a:ext>
            </a:extLst>
          </p:cNvPr>
          <p:cNvSpPr txBox="1"/>
          <p:nvPr/>
        </p:nvSpPr>
        <p:spPr>
          <a:xfrm>
            <a:off x="786810" y="2397948"/>
            <a:ext cx="853794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Modularity can be achieved by defining methods that perform common operations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Modularity allows code to be reused</a:t>
            </a:r>
          </a:p>
        </p:txBody>
      </p:sp>
    </p:spTree>
    <p:extLst>
      <p:ext uri="{BB962C8B-B14F-4D97-AF65-F5344CB8AC3E}">
        <p14:creationId xmlns:p14="http://schemas.microsoft.com/office/powerpoint/2010/main" val="258278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DB04-50AA-9B9C-24DD-AFDCDE29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3C5E-A652-8E01-E52A-FC4417A7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/>
              <a:t>6.7 Case Study: Converting Hexadecimals to Decimals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CAF51E-77FD-76B7-265E-195C5070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727" y="4446341"/>
            <a:ext cx="6744284" cy="2179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27153-BCCD-8A0C-0411-853445E7A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079" y="2099434"/>
            <a:ext cx="4290432" cy="9297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20D596-7E4B-C7C2-7BD1-6361B09CE556}"/>
              </a:ext>
            </a:extLst>
          </p:cNvPr>
          <p:cNvSpPr txBox="1"/>
          <p:nvPr/>
        </p:nvSpPr>
        <p:spPr>
          <a:xfrm>
            <a:off x="3031435" y="3697357"/>
            <a:ext cx="6598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(hex) F23 = (</a:t>
            </a:r>
            <a:r>
              <a:rPr lang="en-US" b="1" dirty="0">
                <a:solidFill>
                  <a:srgbClr val="FFFF00"/>
                </a:solidFill>
              </a:rPr>
              <a:t>F</a:t>
            </a:r>
            <a:r>
              <a:rPr lang="en-US" dirty="0"/>
              <a:t>*16^2) + (</a:t>
            </a:r>
            <a:r>
              <a:rPr lang="en-US" b="1" dirty="0">
                <a:solidFill>
                  <a:srgbClr val="FFFF00"/>
                </a:solidFill>
              </a:rPr>
              <a:t>2</a:t>
            </a:r>
            <a:r>
              <a:rPr lang="en-US" dirty="0"/>
              <a:t>*16^1) + (</a:t>
            </a:r>
            <a:r>
              <a:rPr lang="en-US" b="1" dirty="0">
                <a:solidFill>
                  <a:srgbClr val="FFFF00"/>
                </a:solidFill>
              </a:rPr>
              <a:t>3</a:t>
            </a:r>
            <a:r>
              <a:rPr lang="en-US" dirty="0"/>
              <a:t>*16^0) =3865(decimal)</a:t>
            </a:r>
          </a:p>
        </p:txBody>
      </p:sp>
    </p:spTree>
    <p:extLst>
      <p:ext uri="{BB962C8B-B14F-4D97-AF65-F5344CB8AC3E}">
        <p14:creationId xmlns:p14="http://schemas.microsoft.com/office/powerpoint/2010/main" val="1837552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0A47-9670-FDBD-F6C5-0CA4CC29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837C-C571-F29D-5853-7C8CF974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/>
              <a:t>6.8 Overloading Methods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309A1-BCBF-B0A7-EC18-9071E2BAF32A}"/>
              </a:ext>
            </a:extLst>
          </p:cNvPr>
          <p:cNvSpPr txBox="1"/>
          <p:nvPr/>
        </p:nvSpPr>
        <p:spPr>
          <a:xfrm>
            <a:off x="646111" y="1357686"/>
            <a:ext cx="8824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Overloading methods enable you to define the methods with the same name as long as their parameter lists are different.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8EB3C-B848-5471-C591-1BE214581240}"/>
              </a:ext>
            </a:extLst>
          </p:cNvPr>
          <p:cNvSpPr txBox="1"/>
          <p:nvPr/>
        </p:nvSpPr>
        <p:spPr>
          <a:xfrm>
            <a:off x="646111" y="2454965"/>
            <a:ext cx="1087740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Overloading</a:t>
            </a:r>
            <a:r>
              <a:rPr lang="en-US" dirty="0"/>
              <a:t> - two methods have the </a:t>
            </a:r>
            <a:r>
              <a:rPr lang="en-US" b="1" dirty="0">
                <a:solidFill>
                  <a:srgbClr val="FFFF00"/>
                </a:solidFill>
              </a:rPr>
              <a:t>same name </a:t>
            </a:r>
            <a:r>
              <a:rPr lang="en-US" dirty="0"/>
              <a:t>but </a:t>
            </a:r>
            <a:r>
              <a:rPr lang="en-US" b="1" dirty="0">
                <a:solidFill>
                  <a:srgbClr val="FFFF00"/>
                </a:solidFill>
              </a:rPr>
              <a:t>different parameter lists</a:t>
            </a:r>
            <a:r>
              <a:rPr lang="en-US" dirty="0"/>
              <a:t> within one class.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The Java compiler determines which method to use based on the method signature.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Overloading methods can make programs clearer and more readable.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Overloaded methods must have different parameter lists. You cannot overload methods based on different modifiers or return types.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Ambiguous invocation </a:t>
            </a:r>
            <a:r>
              <a:rPr lang="en-US" dirty="0"/>
              <a:t>two or more possible matches for the invocation of a method, but the compiler cannot determine the most specific match. </a:t>
            </a:r>
          </a:p>
        </p:txBody>
      </p:sp>
    </p:spTree>
    <p:extLst>
      <p:ext uri="{BB962C8B-B14F-4D97-AF65-F5344CB8AC3E}">
        <p14:creationId xmlns:p14="http://schemas.microsoft.com/office/powerpoint/2010/main" val="407978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E2042-C240-357B-6318-B3FF2BAB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04AA-6999-FC10-942B-5621A124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/>
              <a:t>6.8 Overloading Methods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D11D-E69F-6B22-4676-CFE80615DEED}"/>
              </a:ext>
            </a:extLst>
          </p:cNvPr>
          <p:cNvSpPr txBox="1"/>
          <p:nvPr/>
        </p:nvSpPr>
        <p:spPr>
          <a:xfrm>
            <a:off x="646111" y="1262270"/>
            <a:ext cx="108774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Overloading</a:t>
            </a:r>
            <a:r>
              <a:rPr lang="en-US" dirty="0"/>
              <a:t> - two methods have the </a:t>
            </a:r>
            <a:r>
              <a:rPr lang="en-US" b="1" dirty="0">
                <a:solidFill>
                  <a:srgbClr val="FFFF00"/>
                </a:solidFill>
              </a:rPr>
              <a:t>same name </a:t>
            </a:r>
            <a:r>
              <a:rPr lang="en-US" dirty="0"/>
              <a:t>but </a:t>
            </a:r>
            <a:r>
              <a:rPr lang="en-US" b="1" dirty="0">
                <a:solidFill>
                  <a:srgbClr val="FFFF00"/>
                </a:solidFill>
              </a:rPr>
              <a:t>different parameter lists</a:t>
            </a:r>
            <a:r>
              <a:rPr lang="en-US" dirty="0"/>
              <a:t> within one class.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The Java compiler determines which method to use based on the method signature.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Overloading methods can make programs clearer and more readable.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/>
              <a:t>Overloaded methods must have different parameter lists. You cannot overload methods based on different modifiers or return types.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Ambiguous invocation </a:t>
            </a:r>
            <a:r>
              <a:rPr lang="en-US" dirty="0"/>
              <a:t>two or more possible matches for the invocation of a method, but the compiler cannot determine the most specific match.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488AC-38F3-0CB6-BCF3-4500F55E1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00" y="1696509"/>
            <a:ext cx="3772227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80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4497-97CF-6567-F1A2-7F913C9D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549D-5699-05B0-4B5A-3B951FCE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6.9 The Scope of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30F5D-8436-55F2-CC05-EE908F4CB0B0}"/>
              </a:ext>
            </a:extLst>
          </p:cNvPr>
          <p:cNvSpPr txBox="1"/>
          <p:nvPr/>
        </p:nvSpPr>
        <p:spPr>
          <a:xfrm>
            <a:off x="657296" y="2270373"/>
            <a:ext cx="1087740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Local Variables – are defined inside a method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Local Variables must be declared and initialized before they are used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local variables can be declared with the same name in different blocks in a method,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local variables cannot be declared twice in the same block or in nested blocks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ED93B-0F16-6E00-4E4C-D9FD526C1677}"/>
              </a:ext>
            </a:extLst>
          </p:cNvPr>
          <p:cNvSpPr txBox="1"/>
          <p:nvPr/>
        </p:nvSpPr>
        <p:spPr>
          <a:xfrm>
            <a:off x="646109" y="1262270"/>
            <a:ext cx="10356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scope of a variable is the part of the program where the variable can be referenced.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7022FB-C6E8-A1B5-BBEB-602D4FD7F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085" y="4321328"/>
            <a:ext cx="4381880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32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3DDD-F784-D69F-5D29-F21DE212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DD16-A901-494D-211A-492D113B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08CC1-13B2-52D8-276D-F8E8FFB71243}"/>
              </a:ext>
            </a:extLst>
          </p:cNvPr>
          <p:cNvSpPr txBox="1"/>
          <p:nvPr/>
        </p:nvSpPr>
        <p:spPr>
          <a:xfrm>
            <a:off x="657296" y="2270373"/>
            <a:ext cx="10877407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Abstraction - Showing essential features, hiding internal details focuses on what an object does, not how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When writing a large program, you can use the </a:t>
            </a:r>
            <a:r>
              <a:rPr lang="en-US" b="1" dirty="0">
                <a:solidFill>
                  <a:srgbClr val="FFFF00"/>
                </a:solidFill>
              </a:rPr>
              <a:t>divide-and-conquer</a:t>
            </a:r>
            <a:r>
              <a:rPr lang="en-US" b="1" dirty="0"/>
              <a:t> strategy, also known as </a:t>
            </a:r>
            <a:r>
              <a:rPr lang="en-US" b="1" dirty="0">
                <a:solidFill>
                  <a:srgbClr val="FFFF00"/>
                </a:solidFill>
              </a:rPr>
              <a:t>stepwise refinement</a:t>
            </a:r>
            <a:r>
              <a:rPr lang="en-US" b="1" dirty="0"/>
              <a:t>, to decompose it into subproblems.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E9081-8D73-6709-4A7F-69D7952B0F83}"/>
              </a:ext>
            </a:extLst>
          </p:cNvPr>
          <p:cNvSpPr txBox="1"/>
          <p:nvPr/>
        </p:nvSpPr>
        <p:spPr>
          <a:xfrm>
            <a:off x="646111" y="1821977"/>
            <a:ext cx="10356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key to developing software is to apply the concept of </a:t>
            </a:r>
            <a:r>
              <a:rPr lang="en-US" b="1" dirty="0">
                <a:solidFill>
                  <a:srgbClr val="FFFF00"/>
                </a:solidFill>
              </a:rPr>
              <a:t>abstraction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FC17DF-417C-EFB6-E582-69D53B159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124" y="4247921"/>
            <a:ext cx="2415749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11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5B6-46F0-5F9D-7DC5-4B413A87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D32D-6DD5-0EB3-8F9F-6A8CD606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71B2D-DF17-33A0-910D-1BD2081C6017}"/>
              </a:ext>
            </a:extLst>
          </p:cNvPr>
          <p:cNvSpPr txBox="1"/>
          <p:nvPr/>
        </p:nvSpPr>
        <p:spPr>
          <a:xfrm>
            <a:off x="1480930" y="2693504"/>
            <a:ext cx="60163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 Input from the user (Year, and </a:t>
            </a:r>
            <a:r>
              <a:rPr lang="en-US" b="1" dirty="0" err="1"/>
              <a:t>monthNumber</a:t>
            </a:r>
            <a:r>
              <a:rPr lang="en-US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Convert the </a:t>
            </a:r>
            <a:r>
              <a:rPr lang="en-US" dirty="0" err="1"/>
              <a:t>monthNumber</a:t>
            </a:r>
            <a:r>
              <a:rPr lang="en-US" dirty="0"/>
              <a:t> to Month(String)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the Calendar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many days are in the month?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day of the week does the month start?</a:t>
            </a:r>
          </a:p>
        </p:txBody>
      </p:sp>
    </p:spTree>
    <p:extLst>
      <p:ext uri="{BB962C8B-B14F-4D97-AF65-F5344CB8AC3E}">
        <p14:creationId xmlns:p14="http://schemas.microsoft.com/office/powerpoint/2010/main" val="1000991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FFD4-0943-D54B-D94E-75FB6116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D59D-967C-EE8E-2C55-85D17389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0B6D1-365F-C3F4-C64C-149E0153F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664" y="2731690"/>
            <a:ext cx="5738357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15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70D3-8D2E-414A-0CEE-666CEACA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0F95-50DD-B533-7BD7-1C4B4D52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D3F75-9353-715E-F074-3B62C38F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789" y="2810880"/>
            <a:ext cx="5273497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52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ADCB0-FFDD-3A8E-4DC3-CB1DD246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59E8-2400-8795-A970-97DF4E27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4EFB5-017B-AE5C-40D4-12BCACF3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80" y="2510710"/>
            <a:ext cx="5768840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70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6ABD9-34CF-068E-CAC2-2C007824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D380-EF70-7862-D190-6F83DE6B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Method Abstraction and Stepwise Refinement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6E2E9-2387-4C7E-4033-64764D8E8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58" y="1962437"/>
            <a:ext cx="5182049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14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Number Placeholder 4">
            <a:extLst>
              <a:ext uri="{FF2B5EF4-FFF2-40B4-BE49-F238E27FC236}">
                <a16:creationId xmlns:a16="http://schemas.microsoft.com/office/drawing/2014/main" id="{F2175B54-A004-7467-B8EE-3A7F6083D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65B9AE-8C27-4C46-A784-422EE1E5EA8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175D0BC4-6442-C0A6-ABF4-373603903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6244" y="342901"/>
            <a:ext cx="8663609" cy="533400"/>
          </a:xfrm>
        </p:spPr>
        <p:txBody>
          <a:bodyPr/>
          <a:lstStyle/>
          <a:p>
            <a:r>
              <a:rPr lang="en-US" altLang="en-US" dirty="0"/>
              <a:t>Benefits of Stepwise Refinement </a:t>
            </a:r>
          </a:p>
        </p:txBody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34858822-D2CE-B42B-0B2D-1DFD0BF84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sp>
        <p:nvSpPr>
          <p:cNvPr id="150533" name="Rectangle 4">
            <a:extLst>
              <a:ext uri="{FF2B5EF4-FFF2-40B4-BE49-F238E27FC236}">
                <a16:creationId xmlns:a16="http://schemas.microsoft.com/office/drawing/2014/main" id="{8EA09DD9-0EEC-6A31-E9BF-9DA056DD1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2084389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0534" name="Rectangle 5">
            <a:extLst>
              <a:ext uri="{FF2B5EF4-FFF2-40B4-BE49-F238E27FC236}">
                <a16:creationId xmlns:a16="http://schemas.microsoft.com/office/drawing/2014/main" id="{600E6475-A620-2485-2A11-7F5EBDFDA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0535" name="Text Box 6">
            <a:extLst>
              <a:ext uri="{FF2B5EF4-FFF2-40B4-BE49-F238E27FC236}">
                <a16:creationId xmlns:a16="http://schemas.microsoft.com/office/drawing/2014/main" id="{6611FCC0-7DCB-EB57-D4EE-78A2ED0D7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147" y="2172191"/>
            <a:ext cx="85344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Simpler Program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Reusing Methods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Easier Developing, Debugging, and Testing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Better Facilitating Teamwork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FE599-1374-E517-5C83-7420BF70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31" y="276800"/>
            <a:ext cx="3886537" cy="1386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E33AA-7C08-5C92-DD5E-83D7AD5AF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1" y="1918923"/>
            <a:ext cx="3284505" cy="1089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5FCD9-D8AF-C415-4AFC-1DB5BFD01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31" y="3263840"/>
            <a:ext cx="3817951" cy="17298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BDEB56-EC87-955A-991A-B97D278E0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31" y="5567649"/>
            <a:ext cx="3528366" cy="701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544F11-13E7-FB6D-6B07-1DC20B868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213" y="276800"/>
            <a:ext cx="3856054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05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1903-4946-D9B1-8B38-8E5A8E81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E0A2-E242-C81D-A1E8-2702B05F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52854" cy="8095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6.11 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0E08B-1945-182C-9C6D-9BF439F3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95" y="769972"/>
            <a:ext cx="6683319" cy="333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9ACBD-67AE-43CF-E98D-976278AD5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843" y="4213631"/>
            <a:ext cx="6721422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92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7C7559C5F5646811A04B835F0A55E" ma:contentTypeVersion="8" ma:contentTypeDescription="Create a new document." ma:contentTypeScope="" ma:versionID="ab5794de7671f36f9af590cd60528b57">
  <xsd:schema xmlns:xsd="http://www.w3.org/2001/XMLSchema" xmlns:xs="http://www.w3.org/2001/XMLSchema" xmlns:p="http://schemas.microsoft.com/office/2006/metadata/properties" xmlns:ns3="15581464-e061-4b9c-8f54-4afddfb39516" targetNamespace="http://schemas.microsoft.com/office/2006/metadata/properties" ma:root="true" ma:fieldsID="51cb98cea5eb4d29c301211dcea5566f" ns3:_="">
    <xsd:import namespace="15581464-e061-4b9c-8f54-4afddfb395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1464-e061-4b9c-8f54-4afddfb395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8C88F1-1664-415F-AFCE-F6CF45809817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5581464-e061-4b9c-8f54-4afddfb3951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431D920-E793-4497-B43B-C2491E1EA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81464-e061-4b9c-8f54-4afddfb39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8722</TotalTime>
  <Words>1422</Words>
  <Application>Microsoft Office PowerPoint</Application>
  <PresentationFormat>Widescreen</PresentationFormat>
  <Paragraphs>214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Century Gothic</vt:lpstr>
      <vt:lpstr>Courier New</vt:lpstr>
      <vt:lpstr>Wingdings</vt:lpstr>
      <vt:lpstr>Wingdings 3</vt:lpstr>
      <vt:lpstr>Ion</vt:lpstr>
      <vt:lpstr>Java Programming I</vt:lpstr>
      <vt:lpstr>Objectives</vt:lpstr>
      <vt:lpstr>6.1 Introduction - Methods </vt:lpstr>
      <vt:lpstr>6.1 Introduction - Methods </vt:lpstr>
      <vt:lpstr>6.2 Defining a Method</vt:lpstr>
      <vt:lpstr>6.2 Defining a Method</vt:lpstr>
      <vt:lpstr>6.2 Defining a Method</vt:lpstr>
      <vt:lpstr>6.2 Defining a Method</vt:lpstr>
      <vt:lpstr>6.2 Defining a Method</vt:lpstr>
      <vt:lpstr>6.2 Defining a Method</vt:lpstr>
      <vt:lpstr>6.3 Calling a Method</vt:lpstr>
      <vt:lpstr>6.3 Calling a Method</vt:lpstr>
      <vt:lpstr>Call Stacks </vt:lpstr>
      <vt:lpstr>6.4  void Methods vs. Value-Returning Methods</vt:lpstr>
      <vt:lpstr>6.5  Passing Arguments by Values</vt:lpstr>
      <vt:lpstr>6.6  Modularizing Code</vt:lpstr>
      <vt:lpstr>6.6  Modularizing Code</vt:lpstr>
      <vt:lpstr>6.7 Case Study: Converting Hexadecimals to Decimals</vt:lpstr>
      <vt:lpstr>6.8 Overloading Methods</vt:lpstr>
      <vt:lpstr>6.8 Overloading Methods</vt:lpstr>
      <vt:lpstr>6.9 The Scope of Variables</vt:lpstr>
      <vt:lpstr>6.11 Method Abstraction and Stepwise Refinement</vt:lpstr>
      <vt:lpstr>6.11 Method Abstraction and Stepwise Refinement</vt:lpstr>
      <vt:lpstr>6.11 Method Abstraction and Stepwise Refinement</vt:lpstr>
      <vt:lpstr>6.11 Method Abstraction and Stepwise Refinement</vt:lpstr>
      <vt:lpstr>6.11 Method Abstraction and Stepwise Refinement</vt:lpstr>
      <vt:lpstr>6.11 Method Abstraction and Stepwise Refinement</vt:lpstr>
      <vt:lpstr>Benefits of Stepwise Refinement </vt:lpstr>
      <vt:lpstr>PowerPoint Presentation</vt:lpstr>
      <vt:lpstr>6.11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Dobbs</dc:creator>
  <cp:lastModifiedBy>Eric Dobbs</cp:lastModifiedBy>
  <cp:revision>6</cp:revision>
  <dcterms:created xsi:type="dcterms:W3CDTF">2026-01-21T15:38:42Z</dcterms:created>
  <dcterms:modified xsi:type="dcterms:W3CDTF">2026-02-26T16:05:26Z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0x01010098A7C7559C5F5646811A04B835F0A55E</vt:lpwstr>
  </property>
</Properties>
</file>
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352" r:id="rId6"/>
    <p:sldId id="354" r:id="rId7"/>
    <p:sldId id="390" r:id="rId8"/>
    <p:sldId id="355" r:id="rId9"/>
    <p:sldId id="391" r:id="rId10"/>
    <p:sldId id="392" r:id="rId11"/>
    <p:sldId id="393" r:id="rId12"/>
    <p:sldId id="394" r:id="rId13"/>
    <p:sldId id="395" r:id="rId14"/>
    <p:sldId id="396" r:id="rId15"/>
    <p:sldId id="39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ACD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792C10-F8F6-4FB1-832E-FE36B8C6E5D5}" v="23" dt="2026-04-16T16:51:37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927" autoAdjust="0"/>
  </p:normalViewPr>
  <p:slideViewPr>
    <p:cSldViewPr snapToGrid="0">
      <p:cViewPr varScale="1">
        <p:scale>
          <a:sx n="77" d="100"/>
          <a:sy n="77" d="100"/>
        </p:scale>
        <p:origin x="864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Dobbs" userId="c3e04ad9674fc5b2" providerId="LiveId" clId="{44D212E8-3274-465A-869D-9E6009D3334A}"/>
    <pc:docChg chg="undo custSel addSld delSld modSld">
      <pc:chgData name="Eric Dobbs" userId="c3e04ad9674fc5b2" providerId="LiveId" clId="{44D212E8-3274-465A-869D-9E6009D3334A}" dt="2026-04-16T16:55:47.978" v="2298" actId="20577"/>
      <pc:docMkLst>
        <pc:docMk/>
      </pc:docMkLst>
      <pc:sldChg chg="modSp mod">
        <pc:chgData name="Eric Dobbs" userId="c3e04ad9674fc5b2" providerId="LiveId" clId="{44D212E8-3274-465A-869D-9E6009D3334A}" dt="2026-04-15T15:52:06.400" v="29" actId="20577"/>
        <pc:sldMkLst>
          <pc:docMk/>
          <pc:sldMk cId="193000927" sldId="256"/>
        </pc:sldMkLst>
        <pc:spChg chg="mod">
          <ac:chgData name="Eric Dobbs" userId="c3e04ad9674fc5b2" providerId="LiveId" clId="{44D212E8-3274-465A-869D-9E6009D3334A}" dt="2026-04-15T15:52:06.400" v="29" actId="20577"/>
          <ac:spMkLst>
            <pc:docMk/>
            <pc:sldMk cId="193000927" sldId="256"/>
            <ac:spMk id="3" creationId="{B4CA222A-88BC-48F4-9AE8-2115B7D1E6DC}"/>
          </ac:spMkLst>
        </pc:spChg>
      </pc:sldChg>
      <pc:sldChg chg="modSp mod">
        <pc:chgData name="Eric Dobbs" userId="c3e04ad9674fc5b2" providerId="LiveId" clId="{44D212E8-3274-465A-869D-9E6009D3334A}" dt="2026-04-15T16:00:00.505" v="837" actId="207"/>
        <pc:sldMkLst>
          <pc:docMk/>
          <pc:sldMk cId="0" sldId="352"/>
        </pc:sldMkLst>
        <pc:spChg chg="mod">
          <ac:chgData name="Eric Dobbs" userId="c3e04ad9674fc5b2" providerId="LiveId" clId="{44D212E8-3274-465A-869D-9E6009D3334A}" dt="2026-04-15T16:00:00.505" v="837" actId="207"/>
          <ac:spMkLst>
            <pc:docMk/>
            <pc:sldMk cId="0" sldId="352"/>
            <ac:spMk id="5" creationId="{106DB54B-277F-8587-FEAC-93DC93A8EDB3}"/>
          </ac:spMkLst>
        </pc:spChg>
      </pc:sldChg>
      <pc:sldChg chg="modSp mod">
        <pc:chgData name="Eric Dobbs" userId="c3e04ad9674fc5b2" providerId="LiveId" clId="{44D212E8-3274-465A-869D-9E6009D3334A}" dt="2026-04-16T14:26:41.655" v="1148" actId="1076"/>
        <pc:sldMkLst>
          <pc:docMk/>
          <pc:sldMk cId="190293436" sldId="354"/>
        </pc:sldMkLst>
        <pc:spChg chg="mod">
          <ac:chgData name="Eric Dobbs" userId="c3e04ad9674fc5b2" providerId="LiveId" clId="{44D212E8-3274-465A-869D-9E6009D3334A}" dt="2026-04-16T14:26:31.316" v="1147" actId="20577"/>
          <ac:spMkLst>
            <pc:docMk/>
            <pc:sldMk cId="190293436" sldId="354"/>
            <ac:spMk id="2" creationId="{B9FCE389-1FC4-8639-3006-80D44A34354E}"/>
          </ac:spMkLst>
        </pc:spChg>
        <pc:spChg chg="mod">
          <ac:chgData name="Eric Dobbs" userId="c3e04ad9674fc5b2" providerId="LiveId" clId="{44D212E8-3274-465A-869D-9E6009D3334A}" dt="2026-04-16T14:26:41.655" v="1148" actId="1076"/>
          <ac:spMkLst>
            <pc:docMk/>
            <pc:sldMk cId="190293436" sldId="354"/>
            <ac:spMk id="3" creationId="{A1C25B78-2E3B-93EB-B220-3E997C50E4D0}"/>
          </ac:spMkLst>
        </pc:spChg>
      </pc:sldChg>
      <pc:sldChg chg="addSp delSp modSp mod">
        <pc:chgData name="Eric Dobbs" userId="c3e04ad9674fc5b2" providerId="LiveId" clId="{44D212E8-3274-465A-869D-9E6009D3334A}" dt="2026-04-16T15:01:01.449" v="1308" actId="113"/>
        <pc:sldMkLst>
          <pc:docMk/>
          <pc:sldMk cId="3630922822" sldId="355"/>
        </pc:sldMkLst>
        <pc:spChg chg="mod">
          <ac:chgData name="Eric Dobbs" userId="c3e04ad9674fc5b2" providerId="LiveId" clId="{44D212E8-3274-465A-869D-9E6009D3334A}" dt="2026-04-16T14:45:24.145" v="1264" actId="20577"/>
          <ac:spMkLst>
            <pc:docMk/>
            <pc:sldMk cId="3630922822" sldId="355"/>
            <ac:spMk id="2" creationId="{F939CC76-2088-E0BA-F7FB-92201C7245A6}"/>
          </ac:spMkLst>
        </pc:spChg>
        <pc:spChg chg="add">
          <ac:chgData name="Eric Dobbs" userId="c3e04ad9674fc5b2" providerId="LiveId" clId="{44D212E8-3274-465A-869D-9E6009D3334A}" dt="2026-04-16T14:48:22.751" v="1267"/>
          <ac:spMkLst>
            <pc:docMk/>
            <pc:sldMk cId="3630922822" sldId="355"/>
            <ac:spMk id="3" creationId="{D6EFB89B-D1B6-1964-8839-466A9544E6B5}"/>
          </ac:spMkLst>
        </pc:spChg>
        <pc:spChg chg="add mod">
          <ac:chgData name="Eric Dobbs" userId="c3e04ad9674fc5b2" providerId="LiveId" clId="{44D212E8-3274-465A-869D-9E6009D3334A}" dt="2026-04-16T15:01:01.449" v="1308" actId="113"/>
          <ac:spMkLst>
            <pc:docMk/>
            <pc:sldMk cId="3630922822" sldId="355"/>
            <ac:spMk id="5" creationId="{21065CF5-DBE2-A6A6-D165-A162A40F1241}"/>
          </ac:spMkLst>
        </pc:spChg>
        <pc:spChg chg="del mod">
          <ac:chgData name="Eric Dobbs" userId="c3e04ad9674fc5b2" providerId="LiveId" clId="{44D212E8-3274-465A-869D-9E6009D3334A}" dt="2026-04-16T14:48:38.143" v="1269"/>
          <ac:spMkLst>
            <pc:docMk/>
            <pc:sldMk cId="3630922822" sldId="355"/>
            <ac:spMk id="26" creationId="{E8DAF3E2-1D8B-41B1-9F89-E14A20F8AFC9}"/>
          </ac:spMkLst>
        </pc:spChg>
      </pc:sldChg>
      <pc:sldChg chg="del">
        <pc:chgData name="Eric Dobbs" userId="c3e04ad9674fc5b2" providerId="LiveId" clId="{44D212E8-3274-465A-869D-9E6009D3334A}" dt="2026-04-16T15:52:27.389" v="1627" actId="47"/>
        <pc:sldMkLst>
          <pc:docMk/>
          <pc:sldMk cId="3510344383" sldId="356"/>
        </pc:sldMkLst>
      </pc:sldChg>
      <pc:sldChg chg="del">
        <pc:chgData name="Eric Dobbs" userId="c3e04ad9674fc5b2" providerId="LiveId" clId="{44D212E8-3274-465A-869D-9E6009D3334A}" dt="2026-04-16T15:52:31.781" v="1630" actId="47"/>
        <pc:sldMkLst>
          <pc:docMk/>
          <pc:sldMk cId="188844982" sldId="357"/>
        </pc:sldMkLst>
      </pc:sldChg>
      <pc:sldChg chg="del">
        <pc:chgData name="Eric Dobbs" userId="c3e04ad9674fc5b2" providerId="LiveId" clId="{44D212E8-3274-465A-869D-9E6009D3334A}" dt="2026-04-15T16:00:15.362" v="838" actId="2696"/>
        <pc:sldMkLst>
          <pc:docMk/>
          <pc:sldMk cId="1817879539" sldId="368"/>
        </pc:sldMkLst>
      </pc:sldChg>
      <pc:sldChg chg="del">
        <pc:chgData name="Eric Dobbs" userId="c3e04ad9674fc5b2" providerId="LiveId" clId="{44D212E8-3274-465A-869D-9E6009D3334A}" dt="2026-04-16T15:52:23.588" v="1624" actId="47"/>
        <pc:sldMkLst>
          <pc:docMk/>
          <pc:sldMk cId="4180257869" sldId="369"/>
        </pc:sldMkLst>
      </pc:sldChg>
      <pc:sldChg chg="del">
        <pc:chgData name="Eric Dobbs" userId="c3e04ad9674fc5b2" providerId="LiveId" clId="{44D212E8-3274-465A-869D-9E6009D3334A}" dt="2026-04-16T15:52:24.740" v="1625" actId="47"/>
        <pc:sldMkLst>
          <pc:docMk/>
          <pc:sldMk cId="821374651" sldId="370"/>
        </pc:sldMkLst>
      </pc:sldChg>
      <pc:sldChg chg="del">
        <pc:chgData name="Eric Dobbs" userId="c3e04ad9674fc5b2" providerId="LiveId" clId="{44D212E8-3274-465A-869D-9E6009D3334A}" dt="2026-04-16T15:52:26.546" v="1626" actId="47"/>
        <pc:sldMkLst>
          <pc:docMk/>
          <pc:sldMk cId="2734863756" sldId="371"/>
        </pc:sldMkLst>
      </pc:sldChg>
      <pc:sldChg chg="del">
        <pc:chgData name="Eric Dobbs" userId="c3e04ad9674fc5b2" providerId="LiveId" clId="{44D212E8-3274-465A-869D-9E6009D3334A}" dt="2026-04-16T15:52:29.393" v="1628" actId="47"/>
        <pc:sldMkLst>
          <pc:docMk/>
          <pc:sldMk cId="3927877983" sldId="372"/>
        </pc:sldMkLst>
      </pc:sldChg>
      <pc:sldChg chg="del">
        <pc:chgData name="Eric Dobbs" userId="c3e04ad9674fc5b2" providerId="LiveId" clId="{44D212E8-3274-465A-869D-9E6009D3334A}" dt="2026-04-16T15:52:31.099" v="1629" actId="47"/>
        <pc:sldMkLst>
          <pc:docMk/>
          <pc:sldMk cId="274146326" sldId="374"/>
        </pc:sldMkLst>
      </pc:sldChg>
      <pc:sldChg chg="del">
        <pc:chgData name="Eric Dobbs" userId="c3e04ad9674fc5b2" providerId="LiveId" clId="{44D212E8-3274-465A-869D-9E6009D3334A}" dt="2026-04-16T15:52:32.497" v="1631" actId="47"/>
        <pc:sldMkLst>
          <pc:docMk/>
          <pc:sldMk cId="524173099" sldId="375"/>
        </pc:sldMkLst>
      </pc:sldChg>
      <pc:sldChg chg="del">
        <pc:chgData name="Eric Dobbs" userId="c3e04ad9674fc5b2" providerId="LiveId" clId="{44D212E8-3274-465A-869D-9E6009D3334A}" dt="2026-04-16T15:52:33.704" v="1632" actId="47"/>
        <pc:sldMkLst>
          <pc:docMk/>
          <pc:sldMk cId="1845561110" sldId="376"/>
        </pc:sldMkLst>
      </pc:sldChg>
      <pc:sldChg chg="del">
        <pc:chgData name="Eric Dobbs" userId="c3e04ad9674fc5b2" providerId="LiveId" clId="{44D212E8-3274-465A-869D-9E6009D3334A}" dt="2026-04-16T15:52:35.251" v="1633" actId="47"/>
        <pc:sldMkLst>
          <pc:docMk/>
          <pc:sldMk cId="3126646411" sldId="377"/>
        </pc:sldMkLst>
      </pc:sldChg>
      <pc:sldChg chg="del">
        <pc:chgData name="Eric Dobbs" userId="c3e04ad9674fc5b2" providerId="LiveId" clId="{44D212E8-3274-465A-869D-9E6009D3334A}" dt="2026-04-16T15:52:36.223" v="1634" actId="47"/>
        <pc:sldMkLst>
          <pc:docMk/>
          <pc:sldMk cId="3199825796" sldId="378"/>
        </pc:sldMkLst>
      </pc:sldChg>
      <pc:sldChg chg="del">
        <pc:chgData name="Eric Dobbs" userId="c3e04ad9674fc5b2" providerId="LiveId" clId="{44D212E8-3274-465A-869D-9E6009D3334A}" dt="2026-04-16T15:52:36.860" v="1635" actId="47"/>
        <pc:sldMkLst>
          <pc:docMk/>
          <pc:sldMk cId="3403739964" sldId="379"/>
        </pc:sldMkLst>
      </pc:sldChg>
      <pc:sldChg chg="del">
        <pc:chgData name="Eric Dobbs" userId="c3e04ad9674fc5b2" providerId="LiveId" clId="{44D212E8-3274-465A-869D-9E6009D3334A}" dt="2026-04-16T15:52:37.919" v="1636" actId="47"/>
        <pc:sldMkLst>
          <pc:docMk/>
          <pc:sldMk cId="4256274753" sldId="380"/>
        </pc:sldMkLst>
      </pc:sldChg>
      <pc:sldChg chg="del">
        <pc:chgData name="Eric Dobbs" userId="c3e04ad9674fc5b2" providerId="LiveId" clId="{44D212E8-3274-465A-869D-9E6009D3334A}" dt="2026-04-16T15:52:38.909" v="1637" actId="47"/>
        <pc:sldMkLst>
          <pc:docMk/>
          <pc:sldMk cId="4098455048" sldId="381"/>
        </pc:sldMkLst>
      </pc:sldChg>
      <pc:sldChg chg="del">
        <pc:chgData name="Eric Dobbs" userId="c3e04ad9674fc5b2" providerId="LiveId" clId="{44D212E8-3274-465A-869D-9E6009D3334A}" dt="2026-04-16T15:52:39.667" v="1638" actId="47"/>
        <pc:sldMkLst>
          <pc:docMk/>
          <pc:sldMk cId="1046189978" sldId="382"/>
        </pc:sldMkLst>
      </pc:sldChg>
      <pc:sldChg chg="del">
        <pc:chgData name="Eric Dobbs" userId="c3e04ad9674fc5b2" providerId="LiveId" clId="{44D212E8-3274-465A-869D-9E6009D3334A}" dt="2026-04-16T15:52:40.575" v="1639" actId="47"/>
        <pc:sldMkLst>
          <pc:docMk/>
          <pc:sldMk cId="230486126" sldId="383"/>
        </pc:sldMkLst>
      </pc:sldChg>
      <pc:sldChg chg="del">
        <pc:chgData name="Eric Dobbs" userId="c3e04ad9674fc5b2" providerId="LiveId" clId="{44D212E8-3274-465A-869D-9E6009D3334A}" dt="2026-04-16T15:52:41.769" v="1640" actId="47"/>
        <pc:sldMkLst>
          <pc:docMk/>
          <pc:sldMk cId="1074630633" sldId="384"/>
        </pc:sldMkLst>
      </pc:sldChg>
      <pc:sldChg chg="del">
        <pc:chgData name="Eric Dobbs" userId="c3e04ad9674fc5b2" providerId="LiveId" clId="{44D212E8-3274-465A-869D-9E6009D3334A}" dt="2026-04-16T15:52:44.605" v="1642" actId="47"/>
        <pc:sldMkLst>
          <pc:docMk/>
          <pc:sldMk cId="3584033066" sldId="385"/>
        </pc:sldMkLst>
      </pc:sldChg>
      <pc:sldChg chg="del">
        <pc:chgData name="Eric Dobbs" userId="c3e04ad9674fc5b2" providerId="LiveId" clId="{44D212E8-3274-465A-869D-9E6009D3334A}" dt="2026-04-16T15:52:42.997" v="1641" actId="47"/>
        <pc:sldMkLst>
          <pc:docMk/>
          <pc:sldMk cId="1533561102" sldId="386"/>
        </pc:sldMkLst>
      </pc:sldChg>
      <pc:sldChg chg="del">
        <pc:chgData name="Eric Dobbs" userId="c3e04ad9674fc5b2" providerId="LiveId" clId="{44D212E8-3274-465A-869D-9E6009D3334A}" dt="2026-04-16T15:52:45.593" v="1643" actId="47"/>
        <pc:sldMkLst>
          <pc:docMk/>
          <pc:sldMk cId="4075130371" sldId="387"/>
        </pc:sldMkLst>
      </pc:sldChg>
      <pc:sldChg chg="del">
        <pc:chgData name="Eric Dobbs" userId="c3e04ad9674fc5b2" providerId="LiveId" clId="{44D212E8-3274-465A-869D-9E6009D3334A}" dt="2026-04-16T15:52:47.154" v="1644" actId="47"/>
        <pc:sldMkLst>
          <pc:docMk/>
          <pc:sldMk cId="1679448337" sldId="388"/>
        </pc:sldMkLst>
      </pc:sldChg>
      <pc:sldChg chg="del">
        <pc:chgData name="Eric Dobbs" userId="c3e04ad9674fc5b2" providerId="LiveId" clId="{44D212E8-3274-465A-869D-9E6009D3334A}" dt="2026-04-16T15:52:48.634" v="1645" actId="47"/>
        <pc:sldMkLst>
          <pc:docMk/>
          <pc:sldMk cId="2188143831" sldId="389"/>
        </pc:sldMkLst>
      </pc:sldChg>
      <pc:sldChg chg="addSp delSp modSp add mod">
        <pc:chgData name="Eric Dobbs" userId="c3e04ad9674fc5b2" providerId="LiveId" clId="{44D212E8-3274-465A-869D-9E6009D3334A}" dt="2026-04-16T14:35:01.484" v="1238" actId="20577"/>
        <pc:sldMkLst>
          <pc:docMk/>
          <pc:sldMk cId="3902509632" sldId="390"/>
        </pc:sldMkLst>
        <pc:spChg chg="mod">
          <ac:chgData name="Eric Dobbs" userId="c3e04ad9674fc5b2" providerId="LiveId" clId="{44D212E8-3274-465A-869D-9E6009D3334A}" dt="2026-04-16T14:27:10.761" v="1154" actId="20577"/>
          <ac:spMkLst>
            <pc:docMk/>
            <pc:sldMk cId="3902509632" sldId="390"/>
            <ac:spMk id="2" creationId="{DF501C4F-B574-37C0-A0A8-6F5B6AA22EB0}"/>
          </ac:spMkLst>
        </pc:spChg>
        <pc:spChg chg="del mod">
          <ac:chgData name="Eric Dobbs" userId="c3e04ad9674fc5b2" providerId="LiveId" clId="{44D212E8-3274-465A-869D-9E6009D3334A}" dt="2026-04-16T14:27:26.500" v="1156" actId="478"/>
          <ac:spMkLst>
            <pc:docMk/>
            <pc:sldMk cId="3902509632" sldId="390"/>
            <ac:spMk id="3" creationId="{1CA3AC30-438D-0780-C454-866E11A26857}"/>
          </ac:spMkLst>
        </pc:spChg>
        <pc:spChg chg="add del mod">
          <ac:chgData name="Eric Dobbs" userId="c3e04ad9674fc5b2" providerId="LiveId" clId="{44D212E8-3274-465A-869D-9E6009D3334A}" dt="2026-04-16T14:27:28.576" v="1157" actId="478"/>
          <ac:spMkLst>
            <pc:docMk/>
            <pc:sldMk cId="3902509632" sldId="390"/>
            <ac:spMk id="5" creationId="{BE882A1E-9B85-8C1F-C042-DA7D08B05ADD}"/>
          </ac:spMkLst>
        </pc:spChg>
        <pc:spChg chg="add mod">
          <ac:chgData name="Eric Dobbs" userId="c3e04ad9674fc5b2" providerId="LiveId" clId="{44D212E8-3274-465A-869D-9E6009D3334A}" dt="2026-04-16T14:35:01.484" v="1238" actId="20577"/>
          <ac:spMkLst>
            <pc:docMk/>
            <pc:sldMk cId="3902509632" sldId="390"/>
            <ac:spMk id="8" creationId="{214963A5-137B-3EA9-CF65-8A4B589A1AA1}"/>
          </ac:spMkLst>
        </pc:spChg>
        <pc:picChg chg="add mod">
          <ac:chgData name="Eric Dobbs" userId="c3e04ad9674fc5b2" providerId="LiveId" clId="{44D212E8-3274-465A-869D-9E6009D3334A}" dt="2026-04-16T14:28:31.535" v="1159" actId="1076"/>
          <ac:picMkLst>
            <pc:docMk/>
            <pc:sldMk cId="3902509632" sldId="390"/>
            <ac:picMk id="7" creationId="{E6AD6E67-A8E9-ECB7-98EC-D38583051C2D}"/>
          </ac:picMkLst>
        </pc:picChg>
      </pc:sldChg>
      <pc:sldChg chg="addSp delSp modSp add mod">
        <pc:chgData name="Eric Dobbs" userId="c3e04ad9674fc5b2" providerId="LiveId" clId="{44D212E8-3274-465A-869D-9E6009D3334A}" dt="2026-04-16T15:11:45.562" v="1341" actId="1076"/>
        <pc:sldMkLst>
          <pc:docMk/>
          <pc:sldMk cId="919603476" sldId="391"/>
        </pc:sldMkLst>
        <pc:spChg chg="mod">
          <ac:chgData name="Eric Dobbs" userId="c3e04ad9674fc5b2" providerId="LiveId" clId="{44D212E8-3274-465A-869D-9E6009D3334A}" dt="2026-04-16T15:02:46.375" v="1326" actId="20577"/>
          <ac:spMkLst>
            <pc:docMk/>
            <pc:sldMk cId="919603476" sldId="391"/>
            <ac:spMk id="5" creationId="{A7EDA63A-1A92-E03D-FBB7-353DFA95275B}"/>
          </ac:spMkLst>
        </pc:spChg>
        <pc:picChg chg="add mod">
          <ac:chgData name="Eric Dobbs" userId="c3e04ad9674fc5b2" providerId="LiveId" clId="{44D212E8-3274-465A-869D-9E6009D3334A}" dt="2026-04-16T15:03:28.111" v="1328" actId="1076"/>
          <ac:picMkLst>
            <pc:docMk/>
            <pc:sldMk cId="919603476" sldId="391"/>
            <ac:picMk id="4" creationId="{0BD3030A-60A7-ADA9-7176-58E74C1F332E}"/>
          </ac:picMkLst>
        </pc:picChg>
        <pc:picChg chg="add mod">
          <ac:chgData name="Eric Dobbs" userId="c3e04ad9674fc5b2" providerId="LiveId" clId="{44D212E8-3274-465A-869D-9E6009D3334A}" dt="2026-04-16T15:10:36.292" v="1336" actId="1076"/>
          <ac:picMkLst>
            <pc:docMk/>
            <pc:sldMk cId="919603476" sldId="391"/>
            <ac:picMk id="7" creationId="{D1AC743E-9ECD-BF03-83DB-961FFEFC8CFF}"/>
          </ac:picMkLst>
        </pc:picChg>
        <pc:picChg chg="add del">
          <ac:chgData name="Eric Dobbs" userId="c3e04ad9674fc5b2" providerId="LiveId" clId="{44D212E8-3274-465A-869D-9E6009D3334A}" dt="2026-04-16T15:10:30.197" v="1335" actId="478"/>
          <ac:picMkLst>
            <pc:docMk/>
            <pc:sldMk cId="919603476" sldId="391"/>
            <ac:picMk id="9" creationId="{2E57ECFD-4135-2E36-1B01-CED20DC25DBB}"/>
          </ac:picMkLst>
        </pc:picChg>
        <pc:picChg chg="add mod">
          <ac:chgData name="Eric Dobbs" userId="c3e04ad9674fc5b2" providerId="LiveId" clId="{44D212E8-3274-465A-869D-9E6009D3334A}" dt="2026-04-16T15:11:45.562" v="1341" actId="1076"/>
          <ac:picMkLst>
            <pc:docMk/>
            <pc:sldMk cId="919603476" sldId="391"/>
            <ac:picMk id="11" creationId="{8BA8A90E-5BB7-16F6-EB13-E76FBA8396DD}"/>
          </ac:picMkLst>
        </pc:picChg>
        <pc:picChg chg="add mod">
          <ac:chgData name="Eric Dobbs" userId="c3e04ad9674fc5b2" providerId="LiveId" clId="{44D212E8-3274-465A-869D-9E6009D3334A}" dt="2026-04-16T15:11:43.036" v="1340" actId="1076"/>
          <ac:picMkLst>
            <pc:docMk/>
            <pc:sldMk cId="919603476" sldId="391"/>
            <ac:picMk id="13" creationId="{89CF3DAF-A791-E716-08D2-D2C00285C7E9}"/>
          </ac:picMkLst>
        </pc:picChg>
      </pc:sldChg>
      <pc:sldChg chg="addSp delSp modSp add mod">
        <pc:chgData name="Eric Dobbs" userId="c3e04ad9674fc5b2" providerId="LiveId" clId="{44D212E8-3274-465A-869D-9E6009D3334A}" dt="2026-04-16T15:41:32.100" v="1604" actId="1076"/>
        <pc:sldMkLst>
          <pc:docMk/>
          <pc:sldMk cId="3215652714" sldId="392"/>
        </pc:sldMkLst>
        <pc:spChg chg="add mod">
          <ac:chgData name="Eric Dobbs" userId="c3e04ad9674fc5b2" providerId="LiveId" clId="{44D212E8-3274-465A-869D-9E6009D3334A}" dt="2026-04-16T15:23:26.573" v="1593" actId="115"/>
          <ac:spMkLst>
            <pc:docMk/>
            <pc:sldMk cId="3215652714" sldId="392"/>
            <ac:spMk id="3" creationId="{734D6CA3-55BF-006F-6678-A4F5E88543E0}"/>
          </ac:spMkLst>
        </pc:spChg>
        <pc:spChg chg="mod">
          <ac:chgData name="Eric Dobbs" userId="c3e04ad9674fc5b2" providerId="LiveId" clId="{44D212E8-3274-465A-869D-9E6009D3334A}" dt="2026-04-16T15:12:49.873" v="1372" actId="20577"/>
          <ac:spMkLst>
            <pc:docMk/>
            <pc:sldMk cId="3215652714" sldId="392"/>
            <ac:spMk id="5" creationId="{9B36686F-0460-5D26-C27A-4AB9230029E3}"/>
          </ac:spMkLst>
        </pc:spChg>
        <pc:picChg chg="del">
          <ac:chgData name="Eric Dobbs" userId="c3e04ad9674fc5b2" providerId="LiveId" clId="{44D212E8-3274-465A-869D-9E6009D3334A}" dt="2026-04-16T15:19:45.271" v="1373" actId="478"/>
          <ac:picMkLst>
            <pc:docMk/>
            <pc:sldMk cId="3215652714" sldId="392"/>
            <ac:picMk id="4" creationId="{B159657E-75DD-5047-6D49-ACC677345395}"/>
          </ac:picMkLst>
        </pc:picChg>
        <pc:picChg chg="del">
          <ac:chgData name="Eric Dobbs" userId="c3e04ad9674fc5b2" providerId="LiveId" clId="{44D212E8-3274-465A-869D-9E6009D3334A}" dt="2026-04-16T15:19:48.461" v="1374" actId="478"/>
          <ac:picMkLst>
            <pc:docMk/>
            <pc:sldMk cId="3215652714" sldId="392"/>
            <ac:picMk id="7" creationId="{CBA4A493-6795-BF56-05B2-E6531BA37D18}"/>
          </ac:picMkLst>
        </pc:picChg>
        <pc:picChg chg="add mod">
          <ac:chgData name="Eric Dobbs" userId="c3e04ad9674fc5b2" providerId="LiveId" clId="{44D212E8-3274-465A-869D-9E6009D3334A}" dt="2026-04-16T15:36:45.520" v="1595" actId="1076"/>
          <ac:picMkLst>
            <pc:docMk/>
            <pc:sldMk cId="3215652714" sldId="392"/>
            <ac:picMk id="8" creationId="{24DDCBF1-E0EB-0164-6D74-476B2BE91F72}"/>
          </ac:picMkLst>
        </pc:picChg>
        <pc:picChg chg="add mod">
          <ac:chgData name="Eric Dobbs" userId="c3e04ad9674fc5b2" providerId="LiveId" clId="{44D212E8-3274-465A-869D-9E6009D3334A}" dt="2026-04-16T15:41:32.100" v="1604" actId="1076"/>
          <ac:picMkLst>
            <pc:docMk/>
            <pc:sldMk cId="3215652714" sldId="392"/>
            <ac:picMk id="10" creationId="{402C7E10-EEC8-7F17-D4F4-EBEA2DB071C6}"/>
          </ac:picMkLst>
        </pc:picChg>
        <pc:picChg chg="del">
          <ac:chgData name="Eric Dobbs" userId="c3e04ad9674fc5b2" providerId="LiveId" clId="{44D212E8-3274-465A-869D-9E6009D3334A}" dt="2026-04-16T15:19:49.343" v="1375" actId="478"/>
          <ac:picMkLst>
            <pc:docMk/>
            <pc:sldMk cId="3215652714" sldId="392"/>
            <ac:picMk id="11" creationId="{2E9D44DB-06D5-F927-84CF-5F584E2A828D}"/>
          </ac:picMkLst>
        </pc:picChg>
        <pc:picChg chg="del">
          <ac:chgData name="Eric Dobbs" userId="c3e04ad9674fc5b2" providerId="LiveId" clId="{44D212E8-3274-465A-869D-9E6009D3334A}" dt="2026-04-16T15:19:50.630" v="1376" actId="478"/>
          <ac:picMkLst>
            <pc:docMk/>
            <pc:sldMk cId="3215652714" sldId="392"/>
            <ac:picMk id="13" creationId="{96555DB3-F13F-7817-13D4-C2693D5892B2}"/>
          </ac:picMkLst>
        </pc:picChg>
        <pc:picChg chg="add mod">
          <ac:chgData name="Eric Dobbs" userId="c3e04ad9674fc5b2" providerId="LiveId" clId="{44D212E8-3274-465A-869D-9E6009D3334A}" dt="2026-04-16T15:41:26.892" v="1602" actId="1076"/>
          <ac:picMkLst>
            <pc:docMk/>
            <pc:sldMk cId="3215652714" sldId="392"/>
            <ac:picMk id="14" creationId="{C24C9380-D483-3A20-B159-D6405EB02D9F}"/>
          </ac:picMkLst>
        </pc:picChg>
        <pc:picChg chg="add mod">
          <ac:chgData name="Eric Dobbs" userId="c3e04ad9674fc5b2" providerId="LiveId" clId="{44D212E8-3274-465A-869D-9E6009D3334A}" dt="2026-04-16T15:41:29.627" v="1603" actId="1076"/>
          <ac:picMkLst>
            <pc:docMk/>
            <pc:sldMk cId="3215652714" sldId="392"/>
            <ac:picMk id="16" creationId="{E1D7B290-7B44-9D15-CF5E-ECD4278F046A}"/>
          </ac:picMkLst>
        </pc:picChg>
      </pc:sldChg>
      <pc:sldChg chg="addSp delSp modSp add mod modAnim">
        <pc:chgData name="Eric Dobbs" userId="c3e04ad9674fc5b2" providerId="LiveId" clId="{44D212E8-3274-465A-869D-9E6009D3334A}" dt="2026-04-16T15:45:53.751" v="1622"/>
        <pc:sldMkLst>
          <pc:docMk/>
          <pc:sldMk cId="3868572616" sldId="393"/>
        </pc:sldMkLst>
        <pc:spChg chg="del mod">
          <ac:chgData name="Eric Dobbs" userId="c3e04ad9674fc5b2" providerId="LiveId" clId="{44D212E8-3274-465A-869D-9E6009D3334A}" dt="2026-04-16T15:43:02.450" v="1607" actId="21"/>
          <ac:spMkLst>
            <pc:docMk/>
            <pc:sldMk cId="3868572616" sldId="393"/>
            <ac:spMk id="3" creationId="{3F5DAA85-6650-C7AF-24EF-61B4D25AC0DF}"/>
          </ac:spMkLst>
        </pc:spChg>
        <pc:picChg chg="add mod">
          <ac:chgData name="Eric Dobbs" userId="c3e04ad9674fc5b2" providerId="LiveId" clId="{44D212E8-3274-465A-869D-9E6009D3334A}" dt="2026-04-16T15:44:28.319" v="1616" actId="1076"/>
          <ac:picMkLst>
            <pc:docMk/>
            <pc:sldMk cId="3868572616" sldId="393"/>
            <ac:picMk id="6" creationId="{154728EA-885D-6F3B-C836-1BEE56A97D0C}"/>
          </ac:picMkLst>
        </pc:picChg>
        <pc:picChg chg="del">
          <ac:chgData name="Eric Dobbs" userId="c3e04ad9674fc5b2" providerId="LiveId" clId="{44D212E8-3274-465A-869D-9E6009D3334A}" dt="2026-04-16T15:43:05.223" v="1608" actId="478"/>
          <ac:picMkLst>
            <pc:docMk/>
            <pc:sldMk cId="3868572616" sldId="393"/>
            <ac:picMk id="8" creationId="{1BF0DE18-B30A-D91C-FDA2-4573DCF06484}"/>
          </ac:picMkLst>
        </pc:picChg>
        <pc:picChg chg="add mod">
          <ac:chgData name="Eric Dobbs" userId="c3e04ad9674fc5b2" providerId="LiveId" clId="{44D212E8-3274-465A-869D-9E6009D3334A}" dt="2026-04-16T15:44:31.903" v="1617" actId="1076"/>
          <ac:picMkLst>
            <pc:docMk/>
            <pc:sldMk cId="3868572616" sldId="393"/>
            <ac:picMk id="9" creationId="{F6E65BD1-DB52-0B8E-3F64-FAB98561FDFC}"/>
          </ac:picMkLst>
        </pc:picChg>
        <pc:picChg chg="del">
          <ac:chgData name="Eric Dobbs" userId="c3e04ad9674fc5b2" providerId="LiveId" clId="{44D212E8-3274-465A-869D-9E6009D3334A}" dt="2026-04-16T15:43:09.238" v="1609" actId="478"/>
          <ac:picMkLst>
            <pc:docMk/>
            <pc:sldMk cId="3868572616" sldId="393"/>
            <ac:picMk id="10" creationId="{F5369FA1-01F0-3F65-3E0D-2811B90E6C4F}"/>
          </ac:picMkLst>
        </pc:picChg>
        <pc:picChg chg="add mod">
          <ac:chgData name="Eric Dobbs" userId="c3e04ad9674fc5b2" providerId="LiveId" clId="{44D212E8-3274-465A-869D-9E6009D3334A}" dt="2026-04-16T15:45:01.258" v="1619" actId="1076"/>
          <ac:picMkLst>
            <pc:docMk/>
            <pc:sldMk cId="3868572616" sldId="393"/>
            <ac:picMk id="12" creationId="{80555FD7-9B8E-FBE0-0195-0551C0EBBBD3}"/>
          </ac:picMkLst>
        </pc:picChg>
        <pc:picChg chg="del">
          <ac:chgData name="Eric Dobbs" userId="c3e04ad9674fc5b2" providerId="LiveId" clId="{44D212E8-3274-465A-869D-9E6009D3334A}" dt="2026-04-16T15:43:12.423" v="1611" actId="478"/>
          <ac:picMkLst>
            <pc:docMk/>
            <pc:sldMk cId="3868572616" sldId="393"/>
            <ac:picMk id="14" creationId="{7FBB8F11-CA48-B46D-FBAF-98780EBB3BCA}"/>
          </ac:picMkLst>
        </pc:picChg>
        <pc:picChg chg="del">
          <ac:chgData name="Eric Dobbs" userId="c3e04ad9674fc5b2" providerId="LiveId" clId="{44D212E8-3274-465A-869D-9E6009D3334A}" dt="2026-04-16T15:43:11.244" v="1610" actId="478"/>
          <ac:picMkLst>
            <pc:docMk/>
            <pc:sldMk cId="3868572616" sldId="393"/>
            <ac:picMk id="16" creationId="{FDD7AD7B-D390-792B-FEC6-45B0D24283ED}"/>
          </ac:picMkLst>
        </pc:picChg>
      </pc:sldChg>
      <pc:sldChg chg="addSp delSp modSp add mod delAnim">
        <pc:chgData name="Eric Dobbs" userId="c3e04ad9674fc5b2" providerId="LiveId" clId="{44D212E8-3274-465A-869D-9E6009D3334A}" dt="2026-04-16T16:03:00.280" v="1853" actId="20577"/>
        <pc:sldMkLst>
          <pc:docMk/>
          <pc:sldMk cId="2428775268" sldId="394"/>
        </pc:sldMkLst>
        <pc:spChg chg="mod">
          <ac:chgData name="Eric Dobbs" userId="c3e04ad9674fc5b2" providerId="LiveId" clId="{44D212E8-3274-465A-869D-9E6009D3334A}" dt="2026-04-16T15:57:43.480" v="1683" actId="20577"/>
          <ac:spMkLst>
            <pc:docMk/>
            <pc:sldMk cId="2428775268" sldId="394"/>
            <ac:spMk id="2" creationId="{9D5E5F62-B4B7-F293-E740-AFDAD88B9D7A}"/>
          </ac:spMkLst>
        </pc:spChg>
        <pc:spChg chg="mod">
          <ac:chgData name="Eric Dobbs" userId="c3e04ad9674fc5b2" providerId="LiveId" clId="{44D212E8-3274-465A-869D-9E6009D3334A}" dt="2026-04-16T15:58:38.986" v="1686" actId="113"/>
          <ac:spMkLst>
            <pc:docMk/>
            <pc:sldMk cId="2428775268" sldId="394"/>
            <ac:spMk id="5" creationId="{455DA5A2-E6B0-3A0B-64FE-F8CB941AD23D}"/>
          </ac:spMkLst>
        </pc:spChg>
        <pc:spChg chg="add del mod">
          <ac:chgData name="Eric Dobbs" userId="c3e04ad9674fc5b2" providerId="LiveId" clId="{44D212E8-3274-465A-869D-9E6009D3334A}" dt="2026-04-16T15:58:48.418" v="1689" actId="478"/>
          <ac:spMkLst>
            <pc:docMk/>
            <pc:sldMk cId="2428775268" sldId="394"/>
            <ac:spMk id="7" creationId="{67A7ADCB-629A-858D-8508-F4A4AFC8FDD0}"/>
          </ac:spMkLst>
        </pc:spChg>
        <pc:graphicFrameChg chg="add del mod modGraphic">
          <ac:chgData name="Eric Dobbs" userId="c3e04ad9674fc5b2" providerId="LiveId" clId="{44D212E8-3274-465A-869D-9E6009D3334A}" dt="2026-04-16T16:00:32.465" v="1724" actId="478"/>
          <ac:graphicFrameMkLst>
            <pc:docMk/>
            <pc:sldMk cId="2428775268" sldId="394"/>
            <ac:graphicFrameMk id="8" creationId="{1643A372-C8BA-9332-DE2F-CAF238F5AA44}"/>
          </ac:graphicFrameMkLst>
        </pc:graphicFrameChg>
        <pc:graphicFrameChg chg="add mod modGraphic">
          <ac:chgData name="Eric Dobbs" userId="c3e04ad9674fc5b2" providerId="LiveId" clId="{44D212E8-3274-465A-869D-9E6009D3334A}" dt="2026-04-16T16:03:00.280" v="1853" actId="20577"/>
          <ac:graphicFrameMkLst>
            <pc:docMk/>
            <pc:sldMk cId="2428775268" sldId="394"/>
            <ac:graphicFrameMk id="10" creationId="{69839BD5-77AD-05F0-A40C-BE2FE4D92C57}"/>
          </ac:graphicFrameMkLst>
        </pc:graphicFrameChg>
        <pc:picChg chg="add del mod">
          <ac:chgData name="Eric Dobbs" userId="c3e04ad9674fc5b2" providerId="LiveId" clId="{44D212E8-3274-465A-869D-9E6009D3334A}" dt="2026-04-16T15:58:51.036" v="1690" actId="478"/>
          <ac:picMkLst>
            <pc:docMk/>
            <pc:sldMk cId="2428775268" sldId="394"/>
            <ac:picMk id="4" creationId="{BE74F063-2E27-9D34-A4D5-7687482F2F0A}"/>
          </ac:picMkLst>
        </pc:picChg>
        <pc:picChg chg="del">
          <ac:chgData name="Eric Dobbs" userId="c3e04ad9674fc5b2" providerId="LiveId" clId="{44D212E8-3274-465A-869D-9E6009D3334A}" dt="2026-04-16T15:53:13.391" v="1647" actId="478"/>
          <ac:picMkLst>
            <pc:docMk/>
            <pc:sldMk cId="2428775268" sldId="394"/>
            <ac:picMk id="6" creationId="{36E630DA-B446-B78E-C075-A69181B07E55}"/>
          </ac:picMkLst>
        </pc:picChg>
        <pc:picChg chg="del">
          <ac:chgData name="Eric Dobbs" userId="c3e04ad9674fc5b2" providerId="LiveId" clId="{44D212E8-3274-465A-869D-9E6009D3334A}" dt="2026-04-16T15:53:14.497" v="1648" actId="478"/>
          <ac:picMkLst>
            <pc:docMk/>
            <pc:sldMk cId="2428775268" sldId="394"/>
            <ac:picMk id="9" creationId="{79F1BDC2-268F-78AC-C3BB-DDAAD4719829}"/>
          </ac:picMkLst>
        </pc:picChg>
        <pc:picChg chg="del">
          <ac:chgData name="Eric Dobbs" userId="c3e04ad9674fc5b2" providerId="LiveId" clId="{44D212E8-3274-465A-869D-9E6009D3334A}" dt="2026-04-16T15:53:15.626" v="1649" actId="478"/>
          <ac:picMkLst>
            <pc:docMk/>
            <pc:sldMk cId="2428775268" sldId="394"/>
            <ac:picMk id="12" creationId="{E462F177-EB3C-1251-2984-25DF55EDCD8B}"/>
          </ac:picMkLst>
        </pc:picChg>
      </pc:sldChg>
      <pc:sldChg chg="addSp delSp modSp add mod delAnim">
        <pc:chgData name="Eric Dobbs" userId="c3e04ad9674fc5b2" providerId="LiveId" clId="{44D212E8-3274-465A-869D-9E6009D3334A}" dt="2026-04-16T16:37:36.219" v="1965" actId="20577"/>
        <pc:sldMkLst>
          <pc:docMk/>
          <pc:sldMk cId="2766909814" sldId="395"/>
        </pc:sldMkLst>
        <pc:spChg chg="mod">
          <ac:chgData name="Eric Dobbs" userId="c3e04ad9674fc5b2" providerId="LiveId" clId="{44D212E8-3274-465A-869D-9E6009D3334A}" dt="2026-04-16T16:17:56.382" v="1877" actId="20577"/>
          <ac:spMkLst>
            <pc:docMk/>
            <pc:sldMk cId="2766909814" sldId="395"/>
            <ac:spMk id="2" creationId="{FD950FC9-F2E9-5ECF-7BCA-A71DD715595C}"/>
          </ac:spMkLst>
        </pc:spChg>
        <pc:spChg chg="add mod">
          <ac:chgData name="Eric Dobbs" userId="c3e04ad9674fc5b2" providerId="LiveId" clId="{44D212E8-3274-465A-869D-9E6009D3334A}" dt="2026-04-16T16:35:54.624" v="1914" actId="1076"/>
          <ac:spMkLst>
            <pc:docMk/>
            <pc:sldMk cId="2766909814" sldId="395"/>
            <ac:spMk id="3" creationId="{1EDD7475-1117-FA45-C588-51C42F8F8E7E}"/>
          </ac:spMkLst>
        </pc:spChg>
        <pc:spChg chg="mod">
          <ac:chgData name="Eric Dobbs" userId="c3e04ad9674fc5b2" providerId="LiveId" clId="{44D212E8-3274-465A-869D-9E6009D3334A}" dt="2026-04-16T16:37:36.219" v="1965" actId="20577"/>
          <ac:spMkLst>
            <pc:docMk/>
            <pc:sldMk cId="2766909814" sldId="395"/>
            <ac:spMk id="5" creationId="{05DC9FB7-266B-3E56-C95D-A8A614C540B5}"/>
          </ac:spMkLst>
        </pc:spChg>
        <pc:picChg chg="del">
          <ac:chgData name="Eric Dobbs" userId="c3e04ad9674fc5b2" providerId="LiveId" clId="{44D212E8-3274-465A-869D-9E6009D3334A}" dt="2026-04-16T16:18:08.427" v="1878" actId="478"/>
          <ac:picMkLst>
            <pc:docMk/>
            <pc:sldMk cId="2766909814" sldId="395"/>
            <ac:picMk id="6" creationId="{72105959-5913-0BF7-140A-43641CE81AE3}"/>
          </ac:picMkLst>
        </pc:picChg>
        <pc:picChg chg="del">
          <ac:chgData name="Eric Dobbs" userId="c3e04ad9674fc5b2" providerId="LiveId" clId="{44D212E8-3274-465A-869D-9E6009D3334A}" dt="2026-04-16T16:18:09.847" v="1879" actId="478"/>
          <ac:picMkLst>
            <pc:docMk/>
            <pc:sldMk cId="2766909814" sldId="395"/>
            <ac:picMk id="9" creationId="{22785FBB-1A06-8B38-8916-5AFC8F8A67D7}"/>
          </ac:picMkLst>
        </pc:picChg>
        <pc:picChg chg="del">
          <ac:chgData name="Eric Dobbs" userId="c3e04ad9674fc5b2" providerId="LiveId" clId="{44D212E8-3274-465A-869D-9E6009D3334A}" dt="2026-04-16T16:18:12.407" v="1880" actId="478"/>
          <ac:picMkLst>
            <pc:docMk/>
            <pc:sldMk cId="2766909814" sldId="395"/>
            <ac:picMk id="12" creationId="{FE84CDED-EA27-4D4A-CD40-4994651BA3CF}"/>
          </ac:picMkLst>
        </pc:picChg>
      </pc:sldChg>
      <pc:sldChg chg="addSp delSp modSp add mod">
        <pc:chgData name="Eric Dobbs" userId="c3e04ad9674fc5b2" providerId="LiveId" clId="{44D212E8-3274-465A-869D-9E6009D3334A}" dt="2026-04-16T16:46:15.496" v="2084" actId="1076"/>
        <pc:sldMkLst>
          <pc:docMk/>
          <pc:sldMk cId="75936287" sldId="396"/>
        </pc:sldMkLst>
        <pc:spChg chg="mod">
          <ac:chgData name="Eric Dobbs" userId="c3e04ad9674fc5b2" providerId="LiveId" clId="{44D212E8-3274-465A-869D-9E6009D3334A}" dt="2026-04-16T16:37:12.533" v="1940" actId="20577"/>
          <ac:spMkLst>
            <pc:docMk/>
            <pc:sldMk cId="75936287" sldId="396"/>
            <ac:spMk id="2" creationId="{136C3DE5-B3CA-E80E-02AB-ED52B0C66124}"/>
          </ac:spMkLst>
        </pc:spChg>
        <pc:spChg chg="del">
          <ac:chgData name="Eric Dobbs" userId="c3e04ad9674fc5b2" providerId="LiveId" clId="{44D212E8-3274-465A-869D-9E6009D3334A}" dt="2026-04-16T16:39:11.628" v="2067" actId="478"/>
          <ac:spMkLst>
            <pc:docMk/>
            <pc:sldMk cId="75936287" sldId="396"/>
            <ac:spMk id="3" creationId="{ACB7B432-328E-9873-23E1-F6A7CA0DFD8A}"/>
          </ac:spMkLst>
        </pc:spChg>
        <pc:spChg chg="add">
          <ac:chgData name="Eric Dobbs" userId="c3e04ad9674fc5b2" providerId="LiveId" clId="{44D212E8-3274-465A-869D-9E6009D3334A}" dt="2026-04-16T16:38:26.594" v="2002"/>
          <ac:spMkLst>
            <pc:docMk/>
            <pc:sldMk cId="75936287" sldId="396"/>
            <ac:spMk id="4" creationId="{CF1760F5-2C15-4E54-4FBF-0E0EACF0EDFE}"/>
          </ac:spMkLst>
        </pc:spChg>
        <pc:spChg chg="mod">
          <ac:chgData name="Eric Dobbs" userId="c3e04ad9674fc5b2" providerId="LiveId" clId="{44D212E8-3274-465A-869D-9E6009D3334A}" dt="2026-04-16T16:39:08.701" v="2066" actId="313"/>
          <ac:spMkLst>
            <pc:docMk/>
            <pc:sldMk cId="75936287" sldId="396"/>
            <ac:spMk id="5" creationId="{280F4FE7-1D80-77FC-8412-E0EDE371AEED}"/>
          </ac:spMkLst>
        </pc:spChg>
        <pc:spChg chg="add mod">
          <ac:chgData name="Eric Dobbs" userId="c3e04ad9674fc5b2" providerId="LiveId" clId="{44D212E8-3274-465A-869D-9E6009D3334A}" dt="2026-04-16T16:46:15.496" v="2084" actId="1076"/>
          <ac:spMkLst>
            <pc:docMk/>
            <pc:sldMk cId="75936287" sldId="396"/>
            <ac:spMk id="6" creationId="{60AF2D44-B8CE-E296-A566-B579329E76B7}"/>
          </ac:spMkLst>
        </pc:spChg>
      </pc:sldChg>
      <pc:sldChg chg="addSp modSp add mod">
        <pc:chgData name="Eric Dobbs" userId="c3e04ad9674fc5b2" providerId="LiveId" clId="{44D212E8-3274-465A-869D-9E6009D3334A}" dt="2026-04-16T16:55:47.978" v="2298" actId="20577"/>
        <pc:sldMkLst>
          <pc:docMk/>
          <pc:sldMk cId="1402118944" sldId="397"/>
        </pc:sldMkLst>
        <pc:spChg chg="mod">
          <ac:chgData name="Eric Dobbs" userId="c3e04ad9674fc5b2" providerId="LiveId" clId="{44D212E8-3274-465A-869D-9E6009D3334A}" dt="2026-04-16T16:49:06.276" v="2125" actId="20577"/>
          <ac:spMkLst>
            <pc:docMk/>
            <pc:sldMk cId="1402118944" sldId="397"/>
            <ac:spMk id="2" creationId="{1CE81C9F-C8D3-2313-4DBB-8034ACA4A72A}"/>
          </ac:spMkLst>
        </pc:spChg>
        <pc:spChg chg="add">
          <ac:chgData name="Eric Dobbs" userId="c3e04ad9674fc5b2" providerId="LiveId" clId="{44D212E8-3274-465A-869D-9E6009D3334A}" dt="2026-04-16T16:49:26.937" v="2127"/>
          <ac:spMkLst>
            <pc:docMk/>
            <pc:sldMk cId="1402118944" sldId="397"/>
            <ac:spMk id="3" creationId="{260976C6-F87B-AA89-2CC9-40EB8794AD1C}"/>
          </ac:spMkLst>
        </pc:spChg>
        <pc:spChg chg="add mod">
          <ac:chgData name="Eric Dobbs" userId="c3e04ad9674fc5b2" providerId="LiveId" clId="{44D212E8-3274-465A-869D-9E6009D3334A}" dt="2026-04-16T16:52:57.993" v="2289" actId="20577"/>
          <ac:spMkLst>
            <pc:docMk/>
            <pc:sldMk cId="1402118944" sldId="397"/>
            <ac:spMk id="4" creationId="{02CAC41F-38EE-A3F1-7516-C1D32F5C4DF4}"/>
          </ac:spMkLst>
        </pc:spChg>
        <pc:spChg chg="mod">
          <ac:chgData name="Eric Dobbs" userId="c3e04ad9674fc5b2" providerId="LiveId" clId="{44D212E8-3274-465A-869D-9E6009D3334A}" dt="2026-04-16T16:50:30.738" v="2170" actId="6549"/>
          <ac:spMkLst>
            <pc:docMk/>
            <pc:sldMk cId="1402118944" sldId="397"/>
            <ac:spMk id="5" creationId="{80F74685-A090-A18F-521B-1F2C3E78108B}"/>
          </ac:spMkLst>
        </pc:spChg>
        <pc:spChg chg="mod">
          <ac:chgData name="Eric Dobbs" userId="c3e04ad9674fc5b2" providerId="LiveId" clId="{44D212E8-3274-465A-869D-9E6009D3334A}" dt="2026-04-16T16:55:47.978" v="2298" actId="20577"/>
          <ac:spMkLst>
            <pc:docMk/>
            <pc:sldMk cId="1402118944" sldId="397"/>
            <ac:spMk id="6" creationId="{34B23B3C-7782-6396-7D0E-48B86402F400}"/>
          </ac:spMkLst>
        </pc:spChg>
        <pc:picChg chg="add mod">
          <ac:chgData name="Eric Dobbs" userId="c3e04ad9674fc5b2" providerId="LiveId" clId="{44D212E8-3274-465A-869D-9E6009D3334A}" dt="2026-04-16T16:53:47.185" v="2291" actId="1076"/>
          <ac:picMkLst>
            <pc:docMk/>
            <pc:sldMk cId="1402118944" sldId="397"/>
            <ac:picMk id="8" creationId="{941A688E-C254-6C13-2D3F-7C4C02C9B9D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498DD-30BA-0868-2CA1-5EB0F93DA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D8687-FB1B-6B0F-90FE-23E6D3233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D73B0-2283-A844-BCE3-CF644832E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B98E0-3F55-150C-C855-DE2899D4C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86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2567F-5F3C-D4CF-2451-DB8C382F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172D7-E40E-0442-209A-35FE790E3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30BDB-19AF-415E-DBB3-E6EDD2FE4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14E9E-E3F1-3383-7810-17CA8C281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993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0C65D-4692-A2C7-E99B-E75C6E76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F71AD-846C-974B-6BA7-871680553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4AD43-B457-EFC1-0472-9AB7B000F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7C7FC-2DDD-40F2-BCF1-F39974E84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270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B86E7-1F1F-CCA1-FF85-F51BE72B6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BB920-E5D5-E3C2-97D3-401BEE47B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610FF-C203-C379-8FD7-324B869C7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E3FC0-9115-01E2-D2B0-F2DFD8869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950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762A-A84A-B13D-E8EC-9E51E9A4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B2522-9B60-FFC9-EE6C-C53252F46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0C725-ECAE-5CCC-1A99-9E63501F6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24543-D4CA-FC61-72CC-1D8A78CCE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080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18B8D-74A7-D0F5-A1AA-C29DCCEC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687F0-556E-F346-E090-4F0F2AD3C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C07D8-D2F6-7E80-8F18-3F6045D98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E2410-B005-D6FF-4738-F875A3998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347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84D5-2953-F79D-5FBD-57A5BD46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043BF-9F16-1191-2C21-45D654F5B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38716-C46E-EEAE-6BDB-84EF12D1D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45C15-4511-C49F-B7EB-CDB783066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50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5B432-C8F2-9FD5-41E9-5FDEFE54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DF851-F94B-053A-F372-0A11B3D7E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7A065-E819-0E3C-7D54-A8ED4314A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731C9-C550-6B8D-27B1-B7C657BE8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912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77074-DB5A-599D-D3F7-2B94CA91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0DC4E-73FD-CD41-FDC0-D2499F180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1FD76-FEDF-2D7B-0EFD-938C3684D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9C7DB-B43A-9159-FF8A-6F053CE8D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472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F21B1-584B-34CA-E556-094A8A32F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01A2C-4D20-E060-97E9-87780278C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2D22D-1148-3A44-0191-29A7AE612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88049-9521-8856-7BB2-9660BEEA5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34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32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sz="6600" dirty="0"/>
              <a:t>Java Programming I</a:t>
            </a:r>
            <a:endParaRPr lang="ru-RU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 fontScale="85000" lnSpcReduction="20000"/>
          </a:bodyPr>
          <a:lstStyle/>
          <a:p>
            <a:r>
              <a:rPr lang="en-US" sz="3600" dirty="0"/>
              <a:t>Cist2371 – lesson10 (Object oriented thinking)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6">
            <a:extLst>
              <a:ext uri="{FF2B5EF4-FFF2-40B4-BE49-F238E27FC236}">
                <a16:creationId xmlns:a16="http://schemas.microsoft.com/office/drawing/2014/main" id="{65DD4B4B-20B7-4924-F35A-83C18AD5EE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96EA88-0FB5-4042-A25E-77B453EBAF0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8708307F-C217-D0CD-CA5E-856FECC6C6E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3600" y="228601"/>
            <a:ext cx="7772400" cy="473075"/>
          </a:xfrm>
        </p:spPr>
        <p:txBody>
          <a:bodyPr/>
          <a:lstStyle/>
          <a:p>
            <a:r>
              <a:rPr lang="en-US" altLang="en-US" sz="4000"/>
              <a:t>Objectives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10B6B67-B852-433F-B930-5DE40EAC3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741363"/>
            <a:ext cx="8688388" cy="549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DB54B-277F-8587-FEAC-93DC93A8EDB3}"/>
              </a:ext>
            </a:extLst>
          </p:cNvPr>
          <p:cNvSpPr txBox="1"/>
          <p:nvPr/>
        </p:nvSpPr>
        <p:spPr>
          <a:xfrm>
            <a:off x="2850045" y="701676"/>
            <a:ext cx="6097656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10.1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apply class abstraction to develop software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10.2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explore the differences between th</a:t>
            </a:r>
            <a:r>
              <a:rPr lang="en-US" altLang="en-US" dirty="0">
                <a:latin typeface="Arial" panose="020B0604020202020204" pitchFamily="34" charset="0"/>
              </a:rPr>
              <a:t>e procedural paradigm and object-oriented paradigm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10.3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discover the relationships between classes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10.4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design programs using the object-oriented paradigm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10.5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create objects for primitive values using wrapper classes(Byte, Short, Integer, Long, Float, Double, Character, and Boolean.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10.6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simplify programming using automatic conversion between primitive types and wrapper class types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10.7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use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BigInteger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BigDecimal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classes for computing very large numbers with arbitrary precisions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10.8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use of the String class to process immutable strings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10.9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use the StringBuilder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StringBuffer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classes to process mutable strings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4CAC4-8E69-7EBB-5973-CD209EAD0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E389-1FC4-8639-3006-80D44A343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10.2 Class Abstraction &amp;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25B78-2E3B-93EB-B220-3E997C50E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932386"/>
            <a:ext cx="8946541" cy="2397759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Difference between procedural programming and object-oriented programming (OOP)</a:t>
            </a:r>
          </a:p>
          <a:p>
            <a:pPr>
              <a:lnSpc>
                <a:spcPct val="170000"/>
              </a:lnSpc>
            </a:pP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Class abstraction – hides the details of the implementation</a:t>
            </a:r>
          </a:p>
          <a:p>
            <a:pPr>
              <a:lnSpc>
                <a:spcPct val="170000"/>
              </a:lnSpc>
            </a:pP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Class encapsulation – Combining methods and data into a single data structure</a:t>
            </a:r>
          </a:p>
          <a:p>
            <a:pPr marL="0" indent="0">
              <a:buNone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9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30475-8BF2-0259-0275-03BCBF77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1C4F-B574-37C0-A0A8-6F5B6AA2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10.2 Class Abstraction &amp; Encapsulation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AD6E67-A8E9-ECB7-98EC-D38583051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540" y="1457946"/>
            <a:ext cx="4362450" cy="5114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4963A5-137B-3EA9-CF65-8A4B589A1AA1}"/>
              </a:ext>
            </a:extLst>
          </p:cNvPr>
          <p:cNvSpPr txBox="1"/>
          <p:nvPr/>
        </p:nvSpPr>
        <p:spPr>
          <a:xfrm>
            <a:off x="487017" y="5893904"/>
            <a:ext cx="1893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Samples</a:t>
            </a:r>
          </a:p>
        </p:txBody>
      </p:sp>
    </p:spTree>
    <p:extLst>
      <p:ext uri="{BB962C8B-B14F-4D97-AF65-F5344CB8AC3E}">
        <p14:creationId xmlns:p14="http://schemas.microsoft.com/office/powerpoint/2010/main" val="3902509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51E8-6F59-CEDE-CBDD-01AE17408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9CC76-2088-E0BA-F7FB-92201C72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10.4 Class Relationships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65CF5-DBE2-A6A6-D165-A162A40F1241}"/>
              </a:ext>
            </a:extLst>
          </p:cNvPr>
          <p:cNvSpPr txBox="1"/>
          <p:nvPr/>
        </p:nvSpPr>
        <p:spPr>
          <a:xfrm>
            <a:off x="2700959" y="1477113"/>
            <a:ext cx="6097656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design classes, you need to explore the </a:t>
            </a:r>
            <a:r>
              <a:rPr lang="en-US" b="1" u="sng" dirty="0">
                <a:solidFill>
                  <a:srgbClr val="FFFF00"/>
                </a:solidFill>
              </a:rPr>
              <a:t>relationships</a:t>
            </a:r>
            <a:r>
              <a:rPr lang="en-US" dirty="0"/>
              <a:t> among classes. The common relationships among classes are:</a:t>
            </a:r>
          </a:p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association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aggregation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composition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inheritance</a:t>
            </a:r>
            <a:r>
              <a:rPr lang="en-US" dirty="0"/>
              <a:t> (Chapter 11).</a:t>
            </a:r>
          </a:p>
        </p:txBody>
      </p:sp>
    </p:spTree>
    <p:extLst>
      <p:ext uri="{BB962C8B-B14F-4D97-AF65-F5344CB8AC3E}">
        <p14:creationId xmlns:p14="http://schemas.microsoft.com/office/powerpoint/2010/main" val="3630922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148E-4044-8ACC-E01C-B57746E61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E73D-00A4-C3C7-5610-16257584D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10.4 Class Relationships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EDA63A-1A92-E03D-FBB7-353DFA95275B}"/>
              </a:ext>
            </a:extLst>
          </p:cNvPr>
          <p:cNvSpPr txBox="1"/>
          <p:nvPr/>
        </p:nvSpPr>
        <p:spPr>
          <a:xfrm>
            <a:off x="2700959" y="1477113"/>
            <a:ext cx="609765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Association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D3030A-60A7-ADA9-7176-58E74C1F3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959" y="2204002"/>
            <a:ext cx="6743700" cy="171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AC743E-9ECD-BF03-83DB-961FFEFC8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42" y="4935903"/>
            <a:ext cx="3733800" cy="10001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A8A90E-5BB7-16F6-EB13-E76FBA839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550" y="4516803"/>
            <a:ext cx="4114800" cy="1419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CF3DAF-A791-E716-08D2-D2C00285C7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1658" y="4850178"/>
            <a:ext cx="37719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603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A4C46-7A57-850A-77B1-D65F07FF1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2696-2DB2-5B03-4212-5F0893B70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10.4 Class Relationships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36686F-0460-5D26-C27A-4AB9230029E3}"/>
              </a:ext>
            </a:extLst>
          </p:cNvPr>
          <p:cNvSpPr txBox="1"/>
          <p:nvPr/>
        </p:nvSpPr>
        <p:spPr>
          <a:xfrm>
            <a:off x="2700959" y="1477113"/>
            <a:ext cx="609765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Aggregation and Composition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D6CA3-55BF-006F-6678-A4F5E88543E0}"/>
              </a:ext>
            </a:extLst>
          </p:cNvPr>
          <p:cNvSpPr txBox="1"/>
          <p:nvPr/>
        </p:nvSpPr>
        <p:spPr>
          <a:xfrm>
            <a:off x="646111" y="2277332"/>
            <a:ext cx="101072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Aggregation</a:t>
            </a:r>
            <a:r>
              <a:rPr lang="en-US" dirty="0"/>
              <a:t> represents ownership relationship between two objects (</a:t>
            </a:r>
            <a:r>
              <a:rPr lang="en-US" b="1" i="1" dirty="0">
                <a:solidFill>
                  <a:srgbClr val="FFFF00"/>
                </a:solidFill>
              </a:rPr>
              <a:t>has-a</a:t>
            </a:r>
            <a:r>
              <a:rPr lang="en-US" dirty="0"/>
              <a:t> relationships)</a:t>
            </a:r>
          </a:p>
          <a:p>
            <a:r>
              <a:rPr lang="en-US" b="1" dirty="0">
                <a:solidFill>
                  <a:srgbClr val="FFFF00"/>
                </a:solidFill>
              </a:rPr>
              <a:t>Composition</a:t>
            </a:r>
            <a:r>
              <a:rPr lang="en-US" dirty="0"/>
              <a:t> the dependency exists between the </a:t>
            </a:r>
            <a:r>
              <a:rPr lang="en-US" i="1" u="sng" dirty="0"/>
              <a:t>aggregated</a:t>
            </a:r>
            <a:r>
              <a:rPr lang="en-US" dirty="0"/>
              <a:t> and </a:t>
            </a:r>
            <a:r>
              <a:rPr lang="en-US" i="1" u="sng" dirty="0"/>
              <a:t>aggregated</a:t>
            </a:r>
            <a:r>
              <a:rPr lang="en-US" dirty="0"/>
              <a:t> object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DDCBF1-E0EB-0164-6D74-476B2BE91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174" y="3077551"/>
            <a:ext cx="6753225" cy="1676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2C7E10-EEC8-7F17-D4F4-EBEA2DB07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04" y="5463182"/>
            <a:ext cx="3429000" cy="5429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4C9380-D483-3A20-B159-D6405EB02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4202" y="5066562"/>
            <a:ext cx="3543300" cy="9048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D7B290-7B44-9D15-CF5E-ECD4278F0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3703" y="5392897"/>
            <a:ext cx="33528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5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B0DE1-93DD-AA47-C159-8308B1C9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5C46-0387-A151-5D40-A56BAF684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10.4 Class Relationships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A2335-0AE6-8F17-36E3-894485C778AD}"/>
              </a:ext>
            </a:extLst>
          </p:cNvPr>
          <p:cNvSpPr txBox="1"/>
          <p:nvPr/>
        </p:nvSpPr>
        <p:spPr>
          <a:xfrm>
            <a:off x="2700959" y="1477113"/>
            <a:ext cx="609765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Aggregation and Composition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4728EA-885D-6F3B-C836-1BEE56A97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122" y="2105025"/>
            <a:ext cx="6791325" cy="1323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E65BD1-DB52-0B8E-3F64-FAB98561F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122" y="3628701"/>
            <a:ext cx="6791325" cy="1533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555FD7-9B8E-FBE0-0195-0551C0EBB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122" y="5380887"/>
            <a:ext cx="67246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7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6A91A-98E0-0919-9ADC-B9FBD71AF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E5F62-B4B7-F293-E740-AFDAD88B9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10.7 Wrapper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DA5A2-E6B0-3A0B-64FE-F8CB941AD23D}"/>
              </a:ext>
            </a:extLst>
          </p:cNvPr>
          <p:cNvSpPr txBox="1"/>
          <p:nvPr/>
        </p:nvSpPr>
        <p:spPr>
          <a:xfrm>
            <a:off x="2700959" y="1477113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A primitive-type value is not an object, but it can be wrapped in an object using a wrapper class in the Java API.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839BD5-77AD-05F0-A40C-BE2FE4D92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559957"/>
              </p:ext>
            </p:extLst>
          </p:nvPr>
        </p:nvGraphicFramePr>
        <p:xfrm>
          <a:off x="1922834" y="2615286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58487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30013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Primitive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Wrapper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34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526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60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double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49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4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9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291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byte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736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77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49A16-D358-453A-0C7F-459533830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0FC9-F2E9-5ECF-7BCA-A71DD715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10.9 </a:t>
            </a:r>
            <a:r>
              <a:rPr lang="en-US" dirty="0" err="1"/>
              <a:t>BigInteger</a:t>
            </a:r>
            <a:r>
              <a:rPr lang="en-US" dirty="0"/>
              <a:t> &amp; </a:t>
            </a:r>
            <a:r>
              <a:rPr lang="en-US" dirty="0" err="1"/>
              <a:t>BigDecimal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C9FB7-266B-3E56-C95D-A8A614C540B5}"/>
              </a:ext>
            </a:extLst>
          </p:cNvPr>
          <p:cNvSpPr txBox="1"/>
          <p:nvPr/>
        </p:nvSpPr>
        <p:spPr>
          <a:xfrm>
            <a:off x="2700959" y="1477113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BigDecimal</a:t>
            </a:r>
            <a:r>
              <a:rPr lang="en-US" dirty="0"/>
              <a:t> and </a:t>
            </a:r>
            <a:r>
              <a:rPr lang="en-US" dirty="0" err="1"/>
              <a:t>BigInteger</a:t>
            </a:r>
            <a:r>
              <a:rPr lang="en-US" dirty="0"/>
              <a:t>  classes can be used to represent integers or decimal numbers of any size and precision.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D7475-1117-FA45-C588-51C42F8F8E7E}"/>
              </a:ext>
            </a:extLst>
          </p:cNvPr>
          <p:cNvSpPr txBox="1"/>
          <p:nvPr/>
        </p:nvSpPr>
        <p:spPr>
          <a:xfrm>
            <a:off x="218661" y="6220616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BigDecimalDemo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909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FC8C5-4249-B12F-7B21-79189F7A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3DE5-B3CA-E80E-02AB-ED52B0C6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10.10 The String object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F4FE7-1D80-77FC-8412-E0EDE371AEED}"/>
              </a:ext>
            </a:extLst>
          </p:cNvPr>
          <p:cNvSpPr txBox="1"/>
          <p:nvPr/>
        </p:nvSpPr>
        <p:spPr>
          <a:xfrm>
            <a:off x="2700959" y="1477113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String object is immutable; its contents cannot be changes ones the string is created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AF2D44-B8CE-E296-A566-B579329E76B7}"/>
              </a:ext>
            </a:extLst>
          </p:cNvPr>
          <p:cNvSpPr txBox="1"/>
          <p:nvPr/>
        </p:nvSpPr>
        <p:spPr>
          <a:xfrm>
            <a:off x="238539" y="6405282"/>
            <a:ext cx="203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StringDemo.java</a:t>
            </a:r>
          </a:p>
        </p:txBody>
      </p:sp>
    </p:spTree>
    <p:extLst>
      <p:ext uri="{BB962C8B-B14F-4D97-AF65-F5344CB8AC3E}">
        <p14:creationId xmlns:p14="http://schemas.microsoft.com/office/powerpoint/2010/main" val="75936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7C51E-420D-DC6A-4402-AE536D9D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1C9F-C8D3-2313-4DBB-8034ACA4A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10.11 The StringBuilder and </a:t>
            </a:r>
            <a:r>
              <a:rPr lang="en-US" dirty="0" err="1"/>
              <a:t>StringBuffer</a:t>
            </a:r>
            <a:r>
              <a:rPr lang="en-US" dirty="0"/>
              <a:t>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74685-A090-A18F-521B-1F2C3E78108B}"/>
              </a:ext>
            </a:extLst>
          </p:cNvPr>
          <p:cNvSpPr txBox="1"/>
          <p:nvPr/>
        </p:nvSpPr>
        <p:spPr>
          <a:xfrm>
            <a:off x="2710898" y="2043643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StringBuilder and </a:t>
            </a:r>
            <a:r>
              <a:rPr lang="en-US" dirty="0" err="1"/>
              <a:t>StringBuffer</a:t>
            </a:r>
            <a:r>
              <a:rPr lang="en-US" dirty="0"/>
              <a:t> classes are similar to the String class except that the String class is immutable.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23B3C-7782-6396-7D0E-48B86402F400}"/>
              </a:ext>
            </a:extLst>
          </p:cNvPr>
          <p:cNvSpPr txBox="1"/>
          <p:nvPr/>
        </p:nvSpPr>
        <p:spPr>
          <a:xfrm>
            <a:off x="238539" y="6405282"/>
            <a:ext cx="277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StringBuilderDemo</a:t>
            </a:r>
            <a:r>
              <a:rPr lang="en-US" dirty="0"/>
              <a:t>.java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AC41F-38EE-A3F1-7516-C1D32F5C4DF4}"/>
              </a:ext>
            </a:extLst>
          </p:cNvPr>
          <p:cNvSpPr txBox="1"/>
          <p:nvPr/>
        </p:nvSpPr>
        <p:spPr>
          <a:xfrm>
            <a:off x="3289852" y="3568148"/>
            <a:ext cx="46891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Very similar classes</a:t>
            </a:r>
          </a:p>
          <a:p>
            <a:r>
              <a:rPr lang="en-US" dirty="0"/>
              <a:t>Methods in </a:t>
            </a:r>
            <a:r>
              <a:rPr lang="en-US" dirty="0" err="1"/>
              <a:t>StringBuffer</a:t>
            </a:r>
            <a:r>
              <a:rPr lang="en-US" dirty="0"/>
              <a:t> are synchronized</a:t>
            </a:r>
          </a:p>
          <a:p>
            <a:r>
              <a:rPr lang="en-US" dirty="0"/>
              <a:t>StringBuilder is good for single tasks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1A688E-C254-6C13-2D3F-7C4C02C9B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991" y="4682159"/>
            <a:ext cx="43148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18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A7C7559C5F5646811A04B835F0A55E" ma:contentTypeVersion="8" ma:contentTypeDescription="Create a new document." ma:contentTypeScope="" ma:versionID="ab5794de7671f36f9af590cd60528b57">
  <xsd:schema xmlns:xsd="http://www.w3.org/2001/XMLSchema" xmlns:xs="http://www.w3.org/2001/XMLSchema" xmlns:p="http://schemas.microsoft.com/office/2006/metadata/properties" xmlns:ns3="15581464-e061-4b9c-8f54-4afddfb39516" targetNamespace="http://schemas.microsoft.com/office/2006/metadata/properties" ma:root="true" ma:fieldsID="51cb98cea5eb4d29c301211dcea5566f" ns3:_="">
    <xsd:import namespace="15581464-e061-4b9c-8f54-4afddfb3951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81464-e061-4b9c-8f54-4afddfb3951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31D920-E793-4497-B43B-C2491E1EAA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81464-e061-4b9c-8f54-4afddfb395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15581464-e061-4b9c-8f54-4afddfb39516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11835</TotalTime>
  <Words>457</Words>
  <Application>Microsoft Office PowerPoint</Application>
  <PresentationFormat>Widescreen</PresentationFormat>
  <Paragraphs>85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Wingdings</vt:lpstr>
      <vt:lpstr>Wingdings 3</vt:lpstr>
      <vt:lpstr>Ion</vt:lpstr>
      <vt:lpstr>Java Programming I</vt:lpstr>
      <vt:lpstr>Objectives</vt:lpstr>
      <vt:lpstr>10.2 Class Abstraction &amp; Encapsulation</vt:lpstr>
      <vt:lpstr>10.2 Class Abstraction &amp; Encapsulation</vt:lpstr>
      <vt:lpstr>10.4 Class Relationships</vt:lpstr>
      <vt:lpstr>10.4 Class Relationships</vt:lpstr>
      <vt:lpstr>10.4 Class Relationships</vt:lpstr>
      <vt:lpstr>10.4 Class Relationships</vt:lpstr>
      <vt:lpstr>10.7 Wrapper Classes</vt:lpstr>
      <vt:lpstr>10.9 BigInteger &amp; BigDecimal</vt:lpstr>
      <vt:lpstr>10.10 The String object</vt:lpstr>
      <vt:lpstr>10.11 The StringBuilder and StringBuffer Classes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Dobbs</dc:creator>
  <cp:lastModifiedBy>Eric Dobbs</cp:lastModifiedBy>
  <cp:revision>9</cp:revision>
  <dcterms:created xsi:type="dcterms:W3CDTF">2026-01-21T15:38:42Z</dcterms:created>
  <dcterms:modified xsi:type="dcterms:W3CDTF">2026-04-16T16:55:56Z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0x01010098A7C7559C5F5646811A04B835F0A55E</vt:lpwstr>
  </property>
</Properties>
</file>
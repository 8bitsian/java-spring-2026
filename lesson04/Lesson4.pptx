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33"/>
  </p:notesMasterIdLst>
  <p:handoutMasterIdLst>
    <p:handoutMasterId r:id="rId34"/>
  </p:handoutMasterIdLst>
  <p:sldIdLst>
    <p:sldId id="256" r:id="rId5"/>
    <p:sldId id="257" r:id="rId6"/>
    <p:sldId id="277" r:id="rId7"/>
    <p:sldId id="278" r:id="rId8"/>
    <p:sldId id="279" r:id="rId9"/>
    <p:sldId id="280" r:id="rId10"/>
    <p:sldId id="281" r:id="rId11"/>
    <p:sldId id="282" r:id="rId12"/>
    <p:sldId id="283" r:id="rId13"/>
    <p:sldId id="284" r:id="rId14"/>
    <p:sldId id="285" r:id="rId15"/>
    <p:sldId id="289" r:id="rId16"/>
    <p:sldId id="287" r:id="rId17"/>
    <p:sldId id="286"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ACD4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BE324A-EEC7-48AF-AE62-51014FD97722}" v="69" dt="2026-02-05T02:57:18.1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8927" autoAdjust="0"/>
  </p:normalViewPr>
  <p:slideViewPr>
    <p:cSldViewPr snapToGrid="0">
      <p:cViewPr varScale="1">
        <p:scale>
          <a:sx n="77" d="100"/>
          <a:sy n="77" d="100"/>
        </p:scale>
        <p:origin x="864" y="283"/>
      </p:cViewPr>
      <p:guideLst>
        <p:guide orient="horz" pos="2160"/>
        <p:guide pos="3840"/>
      </p:guideLst>
    </p:cSldViewPr>
  </p:slideViewPr>
  <p:notesTextViewPr>
    <p:cViewPr>
      <p:scale>
        <a:sx n="1" d="1"/>
        <a:sy n="1" d="1"/>
      </p:scale>
      <p:origin x="0" y="0"/>
    </p:cViewPr>
  </p:notesTextViewPr>
  <p:notesViewPr>
    <p:cSldViewPr snapToGrid="0">
      <p:cViewPr varScale="1">
        <p:scale>
          <a:sx n="68" d="100"/>
          <a:sy n="68" d="100"/>
        </p:scale>
        <p:origin x="3288" y="3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Dobbs" userId="c3e04ad9674fc5b2" providerId="LiveId" clId="{44D212E8-3274-465A-869D-9E6009D3334A}"/>
    <pc:docChg chg="undo custSel addSld delSld modSld sldOrd">
      <pc:chgData name="Eric Dobbs" userId="c3e04ad9674fc5b2" providerId="LiveId" clId="{44D212E8-3274-465A-869D-9E6009D3334A}" dt="2026-02-05T02:57:18.130" v="3055"/>
      <pc:docMkLst>
        <pc:docMk/>
      </pc:docMkLst>
      <pc:sldChg chg="modSp mod">
        <pc:chgData name="Eric Dobbs" userId="c3e04ad9674fc5b2" providerId="LiveId" clId="{44D212E8-3274-465A-869D-9E6009D3334A}" dt="2026-02-02T01:54:48.760" v="52" actId="20577"/>
        <pc:sldMkLst>
          <pc:docMk/>
          <pc:sldMk cId="193000927" sldId="256"/>
        </pc:sldMkLst>
        <pc:spChg chg="mod">
          <ac:chgData name="Eric Dobbs" userId="c3e04ad9674fc5b2" providerId="LiveId" clId="{44D212E8-3274-465A-869D-9E6009D3334A}" dt="2026-02-02T01:54:48.760" v="52" actId="20577"/>
          <ac:spMkLst>
            <pc:docMk/>
            <pc:sldMk cId="193000927" sldId="256"/>
            <ac:spMk id="3" creationId="{B4CA222A-88BC-48F4-9AE8-2115B7D1E6DC}"/>
          </ac:spMkLst>
        </pc:spChg>
      </pc:sldChg>
      <pc:sldChg chg="modSp mod">
        <pc:chgData name="Eric Dobbs" userId="c3e04ad9674fc5b2" providerId="LiveId" clId="{44D212E8-3274-465A-869D-9E6009D3334A}" dt="2026-02-02T01:59:24.072" v="91" actId="255"/>
        <pc:sldMkLst>
          <pc:docMk/>
          <pc:sldMk cId="4211587722" sldId="257"/>
        </pc:sldMkLst>
        <pc:spChg chg="mod">
          <ac:chgData name="Eric Dobbs" userId="c3e04ad9674fc5b2" providerId="LiveId" clId="{44D212E8-3274-465A-869D-9E6009D3334A}" dt="2026-02-02T01:55:04.318" v="53" actId="20577"/>
          <ac:spMkLst>
            <pc:docMk/>
            <pc:sldMk cId="4211587722" sldId="257"/>
            <ac:spMk id="2" creationId="{BC0553FA-8622-2F4A-F005-4DAFBBCC452C}"/>
          </ac:spMkLst>
        </pc:spChg>
        <pc:spChg chg="mod">
          <ac:chgData name="Eric Dobbs" userId="c3e04ad9674fc5b2" providerId="LiveId" clId="{44D212E8-3274-465A-869D-9E6009D3334A}" dt="2026-02-02T01:59:24.072" v="91" actId="255"/>
          <ac:spMkLst>
            <pc:docMk/>
            <pc:sldMk cId="4211587722" sldId="257"/>
            <ac:spMk id="4" creationId="{D3927F6D-C375-DABC-DF09-0E9E67157D53}"/>
          </ac:spMkLst>
        </pc:spChg>
      </pc:sldChg>
      <pc:sldChg chg="modSp add mod">
        <pc:chgData name="Eric Dobbs" userId="c3e04ad9674fc5b2" providerId="LiveId" clId="{44D212E8-3274-465A-869D-9E6009D3334A}" dt="2026-02-02T02:00:32.189" v="105" actId="20577"/>
        <pc:sldMkLst>
          <pc:docMk/>
          <pc:sldMk cId="2511415848" sldId="277"/>
        </pc:sldMkLst>
        <pc:spChg chg="mod">
          <ac:chgData name="Eric Dobbs" userId="c3e04ad9674fc5b2" providerId="LiveId" clId="{44D212E8-3274-465A-869D-9E6009D3334A}" dt="2026-02-02T02:00:32.189" v="105" actId="20577"/>
          <ac:spMkLst>
            <pc:docMk/>
            <pc:sldMk cId="2511415848" sldId="277"/>
            <ac:spMk id="2" creationId="{02CE4B3C-5DC4-A4F4-1080-715F59695CC3}"/>
          </ac:spMkLst>
        </pc:spChg>
        <pc:spChg chg="mod">
          <ac:chgData name="Eric Dobbs" userId="c3e04ad9674fc5b2" providerId="LiveId" clId="{44D212E8-3274-465A-869D-9E6009D3334A}" dt="2026-02-02T01:59:47.591" v="93" actId="1076"/>
          <ac:spMkLst>
            <pc:docMk/>
            <pc:sldMk cId="2511415848" sldId="277"/>
            <ac:spMk id="4" creationId="{914CB06E-9C55-C319-093B-D3F2DC6D8D55}"/>
          </ac:spMkLst>
        </pc:spChg>
      </pc:sldChg>
      <pc:sldChg chg="addSp modSp new mod">
        <pc:chgData name="Eric Dobbs" userId="c3e04ad9674fc5b2" providerId="LiveId" clId="{44D212E8-3274-465A-869D-9E6009D3334A}" dt="2026-02-02T02:25:14.633" v="162" actId="20577"/>
        <pc:sldMkLst>
          <pc:docMk/>
          <pc:sldMk cId="3079583969" sldId="278"/>
        </pc:sldMkLst>
        <pc:spChg chg="mod">
          <ac:chgData name="Eric Dobbs" userId="c3e04ad9674fc5b2" providerId="LiveId" clId="{44D212E8-3274-465A-869D-9E6009D3334A}" dt="2026-02-02T02:25:14.633" v="162" actId="20577"/>
          <ac:spMkLst>
            <pc:docMk/>
            <pc:sldMk cId="3079583969" sldId="278"/>
            <ac:spMk id="2" creationId="{570ABD6E-3AE7-4DE4-8AD0-42B3AAC2200B}"/>
          </ac:spMkLst>
        </pc:spChg>
        <pc:spChg chg="mod">
          <ac:chgData name="Eric Dobbs" userId="c3e04ad9674fc5b2" providerId="LiveId" clId="{44D212E8-3274-465A-869D-9E6009D3334A}" dt="2026-02-02T02:13:55.436" v="158" actId="20577"/>
          <ac:spMkLst>
            <pc:docMk/>
            <pc:sldMk cId="3079583969" sldId="278"/>
            <ac:spMk id="3" creationId="{32726903-760D-8790-2481-752438124062}"/>
          </ac:spMkLst>
        </pc:spChg>
        <pc:picChg chg="add mod">
          <ac:chgData name="Eric Dobbs" userId="c3e04ad9674fc5b2" providerId="LiveId" clId="{44D212E8-3274-465A-869D-9E6009D3334A}" dt="2026-02-02T02:14:50.225" v="160" actId="1076"/>
          <ac:picMkLst>
            <pc:docMk/>
            <pc:sldMk cId="3079583969" sldId="278"/>
            <ac:picMk id="5" creationId="{645FA209-DE7C-3875-CDE3-B0C7126531D1}"/>
          </ac:picMkLst>
        </pc:picChg>
      </pc:sldChg>
      <pc:sldChg chg="delSp modSp add mod modNotesTx">
        <pc:chgData name="Eric Dobbs" userId="c3e04ad9674fc5b2" providerId="LiveId" clId="{44D212E8-3274-465A-869D-9E6009D3334A}" dt="2026-02-02T02:28:47.266" v="277" actId="113"/>
        <pc:sldMkLst>
          <pc:docMk/>
          <pc:sldMk cId="464324140" sldId="279"/>
        </pc:sldMkLst>
        <pc:spChg chg="mod">
          <ac:chgData name="Eric Dobbs" userId="c3e04ad9674fc5b2" providerId="LiveId" clId="{44D212E8-3274-465A-869D-9E6009D3334A}" dt="2026-02-02T02:25:46.419" v="198" actId="6549"/>
          <ac:spMkLst>
            <pc:docMk/>
            <pc:sldMk cId="464324140" sldId="279"/>
            <ac:spMk id="2" creationId="{ECFC22E7-BB28-D424-D72A-92A269FDFA3C}"/>
          </ac:spMkLst>
        </pc:spChg>
        <pc:spChg chg="mod">
          <ac:chgData name="Eric Dobbs" userId="c3e04ad9674fc5b2" providerId="LiveId" clId="{44D212E8-3274-465A-869D-9E6009D3334A}" dt="2026-02-02T02:28:47.266" v="277" actId="113"/>
          <ac:spMkLst>
            <pc:docMk/>
            <pc:sldMk cId="464324140" sldId="279"/>
            <ac:spMk id="3" creationId="{4C65BC9C-AD7C-F57B-D678-4E52EFA23963}"/>
          </ac:spMkLst>
        </pc:spChg>
      </pc:sldChg>
      <pc:sldChg chg="addSp delSp modSp add mod modNotesTx">
        <pc:chgData name="Eric Dobbs" userId="c3e04ad9674fc5b2" providerId="LiveId" clId="{44D212E8-3274-465A-869D-9E6009D3334A}" dt="2026-02-02T04:39:13.027" v="488" actId="20577"/>
        <pc:sldMkLst>
          <pc:docMk/>
          <pc:sldMk cId="1967878990" sldId="280"/>
        </pc:sldMkLst>
        <pc:spChg chg="mod">
          <ac:chgData name="Eric Dobbs" userId="c3e04ad9674fc5b2" providerId="LiveId" clId="{44D212E8-3274-465A-869D-9E6009D3334A}" dt="2026-02-02T02:31:04.464" v="305" actId="20577"/>
          <ac:spMkLst>
            <pc:docMk/>
            <pc:sldMk cId="1967878990" sldId="280"/>
            <ac:spMk id="2" creationId="{9EFE998D-9019-F238-24C1-2C1DC4922C4B}"/>
          </ac:spMkLst>
        </pc:spChg>
        <pc:picChg chg="add mod ord">
          <ac:chgData name="Eric Dobbs" userId="c3e04ad9674fc5b2" providerId="LiveId" clId="{44D212E8-3274-465A-869D-9E6009D3334A}" dt="2026-02-02T04:02:54.510" v="346" actId="1076"/>
          <ac:picMkLst>
            <pc:docMk/>
            <pc:sldMk cId="1967878990" sldId="280"/>
            <ac:picMk id="7" creationId="{EE9097E3-09D0-AC68-5ACA-6CFA01B28295}"/>
          </ac:picMkLst>
        </pc:picChg>
        <pc:picChg chg="add mod">
          <ac:chgData name="Eric Dobbs" userId="c3e04ad9674fc5b2" providerId="LiveId" clId="{44D212E8-3274-465A-869D-9E6009D3334A}" dt="2026-02-02T04:02:49.503" v="345" actId="1076"/>
          <ac:picMkLst>
            <pc:docMk/>
            <pc:sldMk cId="1967878990" sldId="280"/>
            <ac:picMk id="9" creationId="{5C2439F7-D160-B5CC-510F-D6AE34B6BC10}"/>
          </ac:picMkLst>
        </pc:picChg>
      </pc:sldChg>
      <pc:sldChg chg="addSp delSp modSp add mod">
        <pc:chgData name="Eric Dobbs" userId="c3e04ad9674fc5b2" providerId="LiveId" clId="{44D212E8-3274-465A-869D-9E6009D3334A}" dt="2026-02-02T04:41:35.792" v="502" actId="1076"/>
        <pc:sldMkLst>
          <pc:docMk/>
          <pc:sldMk cId="1039249989" sldId="281"/>
        </pc:sldMkLst>
        <pc:spChg chg="mod">
          <ac:chgData name="Eric Dobbs" userId="c3e04ad9674fc5b2" providerId="LiveId" clId="{44D212E8-3274-465A-869D-9E6009D3334A}" dt="2026-02-02T04:39:57.026" v="498" actId="20577"/>
          <ac:spMkLst>
            <pc:docMk/>
            <pc:sldMk cId="1039249989" sldId="281"/>
            <ac:spMk id="2" creationId="{44B98F9B-ACEE-B37A-4AB4-77310121F09A}"/>
          </ac:spMkLst>
        </pc:spChg>
        <pc:picChg chg="add mod ord">
          <ac:chgData name="Eric Dobbs" userId="c3e04ad9674fc5b2" providerId="LiveId" clId="{44D212E8-3274-465A-869D-9E6009D3334A}" dt="2026-02-02T04:41:35.792" v="502" actId="1076"/>
          <ac:picMkLst>
            <pc:docMk/>
            <pc:sldMk cId="1039249989" sldId="281"/>
            <ac:picMk id="6" creationId="{9CEA0EF6-51BC-FAE2-149B-9FB493160881}"/>
          </ac:picMkLst>
        </pc:picChg>
      </pc:sldChg>
      <pc:sldChg chg="addSp delSp modSp add mod modNotesTx">
        <pc:chgData name="Eric Dobbs" userId="c3e04ad9674fc5b2" providerId="LiveId" clId="{44D212E8-3274-465A-869D-9E6009D3334A}" dt="2026-02-02T14:10:09.986" v="535" actId="20577"/>
        <pc:sldMkLst>
          <pc:docMk/>
          <pc:sldMk cId="843158577" sldId="282"/>
        </pc:sldMkLst>
        <pc:spChg chg="mod">
          <ac:chgData name="Eric Dobbs" userId="c3e04ad9674fc5b2" providerId="LiveId" clId="{44D212E8-3274-465A-869D-9E6009D3334A}" dt="2026-02-02T04:58:57.718" v="512" actId="20577"/>
          <ac:spMkLst>
            <pc:docMk/>
            <pc:sldMk cId="843158577" sldId="282"/>
            <ac:spMk id="2" creationId="{B4F3A502-CE22-3345-2AF4-C041C958B1D6}"/>
          </ac:spMkLst>
        </pc:spChg>
        <pc:picChg chg="add mod ord">
          <ac:chgData name="Eric Dobbs" userId="c3e04ad9674fc5b2" providerId="LiveId" clId="{44D212E8-3274-465A-869D-9E6009D3334A}" dt="2026-02-02T04:59:35.443" v="516" actId="14100"/>
          <ac:picMkLst>
            <pc:docMk/>
            <pc:sldMk cId="843158577" sldId="282"/>
            <ac:picMk id="7" creationId="{2121E28B-98BA-E1B7-733A-727CB1D210C6}"/>
          </ac:picMkLst>
        </pc:picChg>
      </pc:sldChg>
      <pc:sldChg chg="addSp delSp modSp add mod modNotesTx">
        <pc:chgData name="Eric Dobbs" userId="c3e04ad9674fc5b2" providerId="LiveId" clId="{44D212E8-3274-465A-869D-9E6009D3334A}" dt="2026-02-02T14:32:12.562" v="695" actId="20577"/>
        <pc:sldMkLst>
          <pc:docMk/>
          <pc:sldMk cId="2656810543" sldId="283"/>
        </pc:sldMkLst>
        <pc:spChg chg="mod">
          <ac:chgData name="Eric Dobbs" userId="c3e04ad9674fc5b2" providerId="LiveId" clId="{44D212E8-3274-465A-869D-9E6009D3334A}" dt="2026-02-02T14:24:30.933" v="566" actId="20577"/>
          <ac:spMkLst>
            <pc:docMk/>
            <pc:sldMk cId="2656810543" sldId="283"/>
            <ac:spMk id="2" creationId="{EAD7F1CD-E5DA-5526-512B-09898B6AA74E}"/>
          </ac:spMkLst>
        </pc:spChg>
        <pc:spChg chg="add mod">
          <ac:chgData name="Eric Dobbs" userId="c3e04ad9674fc5b2" providerId="LiveId" clId="{44D212E8-3274-465A-869D-9E6009D3334A}" dt="2026-02-02T14:27:04.828" v="572" actId="113"/>
          <ac:spMkLst>
            <pc:docMk/>
            <pc:sldMk cId="2656810543" sldId="283"/>
            <ac:spMk id="4" creationId="{24E30B77-09EC-9F68-E300-3FEB82AE9863}"/>
          </ac:spMkLst>
        </pc:spChg>
      </pc:sldChg>
      <pc:sldChg chg="addSp delSp modSp add mod modNotesTx">
        <pc:chgData name="Eric Dobbs" userId="c3e04ad9674fc5b2" providerId="LiveId" clId="{44D212E8-3274-465A-869D-9E6009D3334A}" dt="2026-02-02T15:07:55.376" v="820" actId="20577"/>
        <pc:sldMkLst>
          <pc:docMk/>
          <pc:sldMk cId="1700769870" sldId="284"/>
        </pc:sldMkLst>
        <pc:spChg chg="mod">
          <ac:chgData name="Eric Dobbs" userId="c3e04ad9674fc5b2" providerId="LiveId" clId="{44D212E8-3274-465A-869D-9E6009D3334A}" dt="2026-02-02T14:56:20.159" v="742" actId="20577"/>
          <ac:spMkLst>
            <pc:docMk/>
            <pc:sldMk cId="1700769870" sldId="284"/>
            <ac:spMk id="2" creationId="{E89EF048-416A-2DFD-EFA3-4A481C292599}"/>
          </ac:spMkLst>
        </pc:spChg>
        <pc:spChg chg="add mod">
          <ac:chgData name="Eric Dobbs" userId="c3e04ad9674fc5b2" providerId="LiveId" clId="{44D212E8-3274-465A-869D-9E6009D3334A}" dt="2026-02-02T15:07:33.912" v="775" actId="1076"/>
          <ac:spMkLst>
            <pc:docMk/>
            <pc:sldMk cId="1700769870" sldId="284"/>
            <ac:spMk id="10" creationId="{708C8F6A-241C-33BE-01DD-B5B65D3DFDAF}"/>
          </ac:spMkLst>
        </pc:spChg>
        <pc:picChg chg="add mod ord">
          <ac:chgData name="Eric Dobbs" userId="c3e04ad9674fc5b2" providerId="LiveId" clId="{44D212E8-3274-465A-869D-9E6009D3334A}" dt="2026-02-02T15:00:42.455" v="746" actId="1076"/>
          <ac:picMkLst>
            <pc:docMk/>
            <pc:sldMk cId="1700769870" sldId="284"/>
            <ac:picMk id="7" creationId="{3E33BABF-3C25-F6A7-DDFD-2EA267DB3461}"/>
          </ac:picMkLst>
        </pc:picChg>
        <pc:picChg chg="add mod">
          <ac:chgData name="Eric Dobbs" userId="c3e04ad9674fc5b2" providerId="LiveId" clId="{44D212E8-3274-465A-869D-9E6009D3334A}" dt="2026-02-02T15:07:08.461" v="749" actId="1076"/>
          <ac:picMkLst>
            <pc:docMk/>
            <pc:sldMk cId="1700769870" sldId="284"/>
            <ac:picMk id="9" creationId="{77FDDA6D-093E-07D4-1B0B-4723FFBDC23B}"/>
          </ac:picMkLst>
        </pc:picChg>
      </pc:sldChg>
      <pc:sldChg chg="addSp delSp modSp add mod">
        <pc:chgData name="Eric Dobbs" userId="c3e04ad9674fc5b2" providerId="LiveId" clId="{44D212E8-3274-465A-869D-9E6009D3334A}" dt="2026-02-04T13:49:17.708" v="1775" actId="207"/>
        <pc:sldMkLst>
          <pc:docMk/>
          <pc:sldMk cId="2180767106" sldId="285"/>
        </pc:sldMkLst>
        <pc:spChg chg="mod">
          <ac:chgData name="Eric Dobbs" userId="c3e04ad9674fc5b2" providerId="LiveId" clId="{44D212E8-3274-465A-869D-9E6009D3334A}" dt="2026-02-02T21:00:51.568" v="902" actId="20577"/>
          <ac:spMkLst>
            <pc:docMk/>
            <pc:sldMk cId="2180767106" sldId="285"/>
            <ac:spMk id="2" creationId="{F7075DDF-DE63-D6BB-8A91-1F31079B6784}"/>
          </ac:spMkLst>
        </pc:spChg>
        <pc:spChg chg="add mod">
          <ac:chgData name="Eric Dobbs" userId="c3e04ad9674fc5b2" providerId="LiveId" clId="{44D212E8-3274-465A-869D-9E6009D3334A}" dt="2026-02-04T13:49:17.708" v="1775" actId="207"/>
          <ac:spMkLst>
            <pc:docMk/>
            <pc:sldMk cId="2180767106" sldId="285"/>
            <ac:spMk id="4" creationId="{7C991DCC-0C92-FC3F-65C2-BC7C38C7688C}"/>
          </ac:spMkLst>
        </pc:spChg>
      </pc:sldChg>
      <pc:sldChg chg="addSp delSp modSp add mod ord modNotesTx">
        <pc:chgData name="Eric Dobbs" userId="c3e04ad9674fc5b2" providerId="LiveId" clId="{44D212E8-3274-465A-869D-9E6009D3334A}" dt="2026-02-03T15:49:31.768" v="1542" actId="20577"/>
        <pc:sldMkLst>
          <pc:docMk/>
          <pc:sldMk cId="169489453" sldId="286"/>
        </pc:sldMkLst>
        <pc:spChg chg="mod">
          <ac:chgData name="Eric Dobbs" userId="c3e04ad9674fc5b2" providerId="LiveId" clId="{44D212E8-3274-465A-869D-9E6009D3334A}" dt="2026-02-03T14:35:03.316" v="1470"/>
          <ac:spMkLst>
            <pc:docMk/>
            <pc:sldMk cId="169489453" sldId="286"/>
            <ac:spMk id="2" creationId="{0566276C-8139-B01F-4CB7-253DCE77D6B9}"/>
          </ac:spMkLst>
        </pc:spChg>
        <pc:spChg chg="add mod">
          <ac:chgData name="Eric Dobbs" userId="c3e04ad9674fc5b2" providerId="LiveId" clId="{44D212E8-3274-465A-869D-9E6009D3334A}" dt="2026-02-03T14:37:40.233" v="1503" actId="207"/>
          <ac:spMkLst>
            <pc:docMk/>
            <pc:sldMk cId="169489453" sldId="286"/>
            <ac:spMk id="19" creationId="{2569FC38-F84F-61DD-7DCA-F160D9CD0B45}"/>
          </ac:spMkLst>
        </pc:spChg>
        <pc:spChg chg="add mod">
          <ac:chgData name="Eric Dobbs" userId="c3e04ad9674fc5b2" providerId="LiveId" clId="{44D212E8-3274-465A-869D-9E6009D3334A}" dt="2026-02-03T14:37:43.391" v="1504" actId="207"/>
          <ac:spMkLst>
            <pc:docMk/>
            <pc:sldMk cId="169489453" sldId="286"/>
            <ac:spMk id="20" creationId="{15EE5E7F-25F0-2BD6-4B52-6BCC4258CEB4}"/>
          </ac:spMkLst>
        </pc:spChg>
        <pc:picChg chg="add mod">
          <ac:chgData name="Eric Dobbs" userId="c3e04ad9674fc5b2" providerId="LiveId" clId="{44D212E8-3274-465A-869D-9E6009D3334A}" dt="2026-02-03T14:35:09.283" v="1471" actId="1076"/>
          <ac:picMkLst>
            <pc:docMk/>
            <pc:sldMk cId="169489453" sldId="286"/>
            <ac:picMk id="14" creationId="{F766CCCB-0605-B48A-0E84-3BA95F34093A}"/>
          </ac:picMkLst>
        </pc:picChg>
        <pc:picChg chg="add mod">
          <ac:chgData name="Eric Dobbs" userId="c3e04ad9674fc5b2" providerId="LiveId" clId="{44D212E8-3274-465A-869D-9E6009D3334A}" dt="2026-02-03T14:35:55.074" v="1473" actId="1076"/>
          <ac:picMkLst>
            <pc:docMk/>
            <pc:sldMk cId="169489453" sldId="286"/>
            <ac:picMk id="16" creationId="{ADA8413D-1CA3-470E-08A7-FA5319242907}"/>
          </ac:picMkLst>
        </pc:picChg>
        <pc:picChg chg="add mod">
          <ac:chgData name="Eric Dobbs" userId="c3e04ad9674fc5b2" providerId="LiveId" clId="{44D212E8-3274-465A-869D-9E6009D3334A}" dt="2026-02-03T14:36:37.945" v="1475" actId="1076"/>
          <ac:picMkLst>
            <pc:docMk/>
            <pc:sldMk cId="169489453" sldId="286"/>
            <ac:picMk id="18" creationId="{9189CF46-83B9-14BC-61D7-D06352D06EA6}"/>
          </ac:picMkLst>
        </pc:picChg>
      </pc:sldChg>
      <pc:sldChg chg="modSp add">
        <pc:chgData name="Eric Dobbs" userId="c3e04ad9674fc5b2" providerId="LiveId" clId="{44D212E8-3274-465A-869D-9E6009D3334A}" dt="2026-02-03T15:47:52.117" v="1508"/>
        <pc:sldMkLst>
          <pc:docMk/>
          <pc:sldMk cId="2771718484" sldId="287"/>
        </pc:sldMkLst>
        <pc:spChg chg="mod">
          <ac:chgData name="Eric Dobbs" userId="c3e04ad9674fc5b2" providerId="LiveId" clId="{44D212E8-3274-465A-869D-9E6009D3334A}" dt="2026-02-03T15:47:52.117" v="1508"/>
          <ac:spMkLst>
            <pc:docMk/>
            <pc:sldMk cId="2771718484" sldId="287"/>
            <ac:spMk id="2" creationId="{8D22AC28-B1C9-E4D3-5429-A1A4B13342B5}"/>
          </ac:spMkLst>
        </pc:spChg>
      </pc:sldChg>
      <pc:sldChg chg="modSp add mod">
        <pc:chgData name="Eric Dobbs" userId="c3e04ad9674fc5b2" providerId="LiveId" clId="{44D212E8-3274-465A-869D-9E6009D3334A}" dt="2026-02-03T15:47:11.699" v="1505" actId="1076"/>
        <pc:sldMkLst>
          <pc:docMk/>
          <pc:sldMk cId="199504448" sldId="289"/>
        </pc:sldMkLst>
        <pc:spChg chg="mod">
          <ac:chgData name="Eric Dobbs" userId="c3e04ad9674fc5b2" providerId="LiveId" clId="{44D212E8-3274-465A-869D-9E6009D3334A}" dt="2026-02-03T14:31:58.359" v="1464" actId="1076"/>
          <ac:spMkLst>
            <pc:docMk/>
            <pc:sldMk cId="199504448" sldId="289"/>
            <ac:spMk id="9" creationId="{A4A1A183-78F8-3618-C27D-67853BCFC06B}"/>
          </ac:spMkLst>
        </pc:spChg>
        <pc:picChg chg="mod">
          <ac:chgData name="Eric Dobbs" userId="c3e04ad9674fc5b2" providerId="LiveId" clId="{44D212E8-3274-465A-869D-9E6009D3334A}" dt="2026-02-03T15:47:11.699" v="1505" actId="1076"/>
          <ac:picMkLst>
            <pc:docMk/>
            <pc:sldMk cId="199504448" sldId="289"/>
            <ac:picMk id="12" creationId="{18174B0C-2A9D-111F-7D7B-4FCC7B7709E9}"/>
          </ac:picMkLst>
        </pc:picChg>
      </pc:sldChg>
      <pc:sldChg chg="addSp delSp modSp add mod modNotesTx">
        <pc:chgData name="Eric Dobbs" userId="c3e04ad9674fc5b2" providerId="LiveId" clId="{44D212E8-3274-465A-869D-9E6009D3334A}" dt="2026-02-04T13:33:58.337" v="1604" actId="20577"/>
        <pc:sldMkLst>
          <pc:docMk/>
          <pc:sldMk cId="1513491571" sldId="290"/>
        </pc:sldMkLst>
        <pc:spChg chg="mod">
          <ac:chgData name="Eric Dobbs" userId="c3e04ad9674fc5b2" providerId="LiveId" clId="{44D212E8-3274-465A-869D-9E6009D3334A}" dt="2026-02-04T12:28:53.290" v="1550"/>
          <ac:spMkLst>
            <pc:docMk/>
            <pc:sldMk cId="1513491571" sldId="290"/>
            <ac:spMk id="2" creationId="{729C80D4-7F5F-1F50-DF19-5C71620C772E}"/>
          </ac:spMkLst>
        </pc:spChg>
        <pc:spChg chg="add">
          <ac:chgData name="Eric Dobbs" userId="c3e04ad9674fc5b2" providerId="LiveId" clId="{44D212E8-3274-465A-869D-9E6009D3334A}" dt="2026-02-04T12:28:31.857" v="1545"/>
          <ac:spMkLst>
            <pc:docMk/>
            <pc:sldMk cId="1513491571" sldId="290"/>
            <ac:spMk id="3" creationId="{BE229B14-4E76-5CCB-3E9B-10609299850B}"/>
          </ac:spMkLst>
        </pc:spChg>
        <pc:spChg chg="add mod">
          <ac:chgData name="Eric Dobbs" userId="c3e04ad9674fc5b2" providerId="LiveId" clId="{44D212E8-3274-465A-869D-9E6009D3334A}" dt="2026-02-04T12:30:29.531" v="1570" actId="113"/>
          <ac:spMkLst>
            <pc:docMk/>
            <pc:sldMk cId="1513491571" sldId="290"/>
            <ac:spMk id="5" creationId="{CD25557E-22D7-E215-6754-B272DC03A9DA}"/>
          </ac:spMkLst>
        </pc:spChg>
        <pc:spChg chg="del mod">
          <ac:chgData name="Eric Dobbs" userId="c3e04ad9674fc5b2" providerId="LiveId" clId="{44D212E8-3274-465A-869D-9E6009D3334A}" dt="2026-02-04T12:29:02.897" v="1554" actId="478"/>
          <ac:spMkLst>
            <pc:docMk/>
            <pc:sldMk cId="1513491571" sldId="290"/>
            <ac:spMk id="19" creationId="{17677FA3-471F-3F41-2280-C67BA35245B1}"/>
          </ac:spMkLst>
        </pc:spChg>
        <pc:spChg chg="del">
          <ac:chgData name="Eric Dobbs" userId="c3e04ad9674fc5b2" providerId="LiveId" clId="{44D212E8-3274-465A-869D-9E6009D3334A}" dt="2026-02-04T12:29:05.200" v="1555" actId="478"/>
          <ac:spMkLst>
            <pc:docMk/>
            <pc:sldMk cId="1513491571" sldId="290"/>
            <ac:spMk id="20" creationId="{2A75A17F-E5CD-CDBE-C444-B48991EB4234}"/>
          </ac:spMkLst>
        </pc:spChg>
        <pc:picChg chg="add mod">
          <ac:chgData name="Eric Dobbs" userId="c3e04ad9674fc5b2" providerId="LiveId" clId="{44D212E8-3274-465A-869D-9E6009D3334A}" dt="2026-02-04T12:31:21.054" v="1572" actId="1076"/>
          <ac:picMkLst>
            <pc:docMk/>
            <pc:sldMk cId="1513491571" sldId="290"/>
            <ac:picMk id="7" creationId="{25D19A5E-695F-B3AA-CB1B-C2F7BD89F401}"/>
          </ac:picMkLst>
        </pc:picChg>
        <pc:picChg chg="add mod">
          <ac:chgData name="Eric Dobbs" userId="c3e04ad9674fc5b2" providerId="LiveId" clId="{44D212E8-3274-465A-869D-9E6009D3334A}" dt="2026-02-04T12:31:52.263" v="1574" actId="1076"/>
          <ac:picMkLst>
            <pc:docMk/>
            <pc:sldMk cId="1513491571" sldId="290"/>
            <ac:picMk id="9" creationId="{3F91A4ED-B319-8099-374E-1E14012D737B}"/>
          </ac:picMkLst>
        </pc:picChg>
        <pc:picChg chg="del">
          <ac:chgData name="Eric Dobbs" userId="c3e04ad9674fc5b2" providerId="LiveId" clId="{44D212E8-3274-465A-869D-9E6009D3334A}" dt="2026-02-04T12:28:58.054" v="1551" actId="478"/>
          <ac:picMkLst>
            <pc:docMk/>
            <pc:sldMk cId="1513491571" sldId="290"/>
            <ac:picMk id="14" creationId="{EBABC9FC-27D7-F6A1-FE8A-733C8C33BF59}"/>
          </ac:picMkLst>
        </pc:picChg>
        <pc:picChg chg="del">
          <ac:chgData name="Eric Dobbs" userId="c3e04ad9674fc5b2" providerId="LiveId" clId="{44D212E8-3274-465A-869D-9E6009D3334A}" dt="2026-02-04T12:29:06.380" v="1556" actId="478"/>
          <ac:picMkLst>
            <pc:docMk/>
            <pc:sldMk cId="1513491571" sldId="290"/>
            <ac:picMk id="16" creationId="{965FED8C-3FD1-2DC6-487A-5E0E26A25A17}"/>
          </ac:picMkLst>
        </pc:picChg>
        <pc:picChg chg="del">
          <ac:chgData name="Eric Dobbs" userId="c3e04ad9674fc5b2" providerId="LiveId" clId="{44D212E8-3274-465A-869D-9E6009D3334A}" dt="2026-02-04T12:28:59.486" v="1552" actId="478"/>
          <ac:picMkLst>
            <pc:docMk/>
            <pc:sldMk cId="1513491571" sldId="290"/>
            <ac:picMk id="18" creationId="{7A82060C-2C83-2BA0-3940-46E4E595F887}"/>
          </ac:picMkLst>
        </pc:picChg>
      </pc:sldChg>
      <pc:sldChg chg="addSp delSp modSp add mod">
        <pc:chgData name="Eric Dobbs" userId="c3e04ad9674fc5b2" providerId="LiveId" clId="{44D212E8-3274-465A-869D-9E6009D3334A}" dt="2026-02-04T14:09:33.395" v="1776" actId="1076"/>
        <pc:sldMkLst>
          <pc:docMk/>
          <pc:sldMk cId="1199830704" sldId="291"/>
        </pc:sldMkLst>
        <pc:spChg chg="mod">
          <ac:chgData name="Eric Dobbs" userId="c3e04ad9674fc5b2" providerId="LiveId" clId="{44D212E8-3274-465A-869D-9E6009D3334A}" dt="2026-02-04T13:35:10.226" v="1609"/>
          <ac:spMkLst>
            <pc:docMk/>
            <pc:sldMk cId="1199830704" sldId="291"/>
            <ac:spMk id="2" creationId="{DCBB5DC7-025D-2072-EAAD-DF4B3078525D}"/>
          </ac:spMkLst>
        </pc:spChg>
        <pc:spChg chg="add">
          <ac:chgData name="Eric Dobbs" userId="c3e04ad9674fc5b2" providerId="LiveId" clId="{44D212E8-3274-465A-869D-9E6009D3334A}" dt="2026-02-04T13:35:02.978" v="1607"/>
          <ac:spMkLst>
            <pc:docMk/>
            <pc:sldMk cId="1199830704" sldId="291"/>
            <ac:spMk id="3" creationId="{CBBC8BED-40CE-B639-B93A-8DB626B844E4}"/>
          </ac:spMkLst>
        </pc:spChg>
        <pc:spChg chg="mod">
          <ac:chgData name="Eric Dobbs" userId="c3e04ad9674fc5b2" providerId="LiveId" clId="{44D212E8-3274-465A-869D-9E6009D3334A}" dt="2026-02-04T13:35:43.479" v="1611"/>
          <ac:spMkLst>
            <pc:docMk/>
            <pc:sldMk cId="1199830704" sldId="291"/>
            <ac:spMk id="5" creationId="{AB7FFEE8-787F-380D-5338-0A2DDF62AD46}"/>
          </ac:spMkLst>
        </pc:spChg>
        <pc:picChg chg="add mod">
          <ac:chgData name="Eric Dobbs" userId="c3e04ad9674fc5b2" providerId="LiveId" clId="{44D212E8-3274-465A-869D-9E6009D3334A}" dt="2026-02-04T14:09:33.395" v="1776" actId="1076"/>
          <ac:picMkLst>
            <pc:docMk/>
            <pc:sldMk cId="1199830704" sldId="291"/>
            <ac:picMk id="6" creationId="{49CA3423-321D-5970-E6EF-E4BB45558014}"/>
          </ac:picMkLst>
        </pc:picChg>
        <pc:picChg chg="del">
          <ac:chgData name="Eric Dobbs" userId="c3e04ad9674fc5b2" providerId="LiveId" clId="{44D212E8-3274-465A-869D-9E6009D3334A}" dt="2026-02-04T13:35:47.486" v="1612" actId="478"/>
          <ac:picMkLst>
            <pc:docMk/>
            <pc:sldMk cId="1199830704" sldId="291"/>
            <ac:picMk id="7" creationId="{62B7D260-B024-AF8A-F3E0-6CD56961ED44}"/>
          </ac:picMkLst>
        </pc:picChg>
        <pc:picChg chg="del">
          <ac:chgData name="Eric Dobbs" userId="c3e04ad9674fc5b2" providerId="LiveId" clId="{44D212E8-3274-465A-869D-9E6009D3334A}" dt="2026-02-04T13:35:48.840" v="1613" actId="478"/>
          <ac:picMkLst>
            <pc:docMk/>
            <pc:sldMk cId="1199830704" sldId="291"/>
            <ac:picMk id="9" creationId="{0119C338-40C0-0A41-8D74-2AC0605C974C}"/>
          </ac:picMkLst>
        </pc:picChg>
      </pc:sldChg>
      <pc:sldChg chg="addSp delSp modSp add mod modNotesTx">
        <pc:chgData name="Eric Dobbs" userId="c3e04ad9674fc5b2" providerId="LiveId" clId="{44D212E8-3274-465A-869D-9E6009D3334A}" dt="2026-02-04T14:23:53.989" v="1924" actId="1076"/>
        <pc:sldMkLst>
          <pc:docMk/>
          <pc:sldMk cId="380901158" sldId="292"/>
        </pc:sldMkLst>
        <pc:spChg chg="mod">
          <ac:chgData name="Eric Dobbs" userId="c3e04ad9674fc5b2" providerId="LiveId" clId="{44D212E8-3274-465A-869D-9E6009D3334A}" dt="2026-02-04T14:10:29.038" v="1873" actId="20577"/>
          <ac:spMkLst>
            <pc:docMk/>
            <pc:sldMk cId="380901158" sldId="292"/>
            <ac:spMk id="5" creationId="{351A86A8-84D3-EB1B-1B22-134EDED63D3D}"/>
          </ac:spMkLst>
        </pc:spChg>
        <pc:picChg chg="add del mod">
          <ac:chgData name="Eric Dobbs" userId="c3e04ad9674fc5b2" providerId="LiveId" clId="{44D212E8-3274-465A-869D-9E6009D3334A}" dt="2026-02-04T14:23:47.673" v="1922" actId="478"/>
          <ac:picMkLst>
            <pc:docMk/>
            <pc:sldMk cId="380901158" sldId="292"/>
            <ac:picMk id="4" creationId="{E8100126-459E-028D-8029-0387A4826664}"/>
          </ac:picMkLst>
        </pc:picChg>
        <pc:picChg chg="del">
          <ac:chgData name="Eric Dobbs" userId="c3e04ad9674fc5b2" providerId="LiveId" clId="{44D212E8-3274-465A-869D-9E6009D3334A}" dt="2026-02-04T14:10:31.822" v="1874" actId="478"/>
          <ac:picMkLst>
            <pc:docMk/>
            <pc:sldMk cId="380901158" sldId="292"/>
            <ac:picMk id="6" creationId="{E89A123B-91DF-B9CE-17C4-C807EDFB7339}"/>
          </ac:picMkLst>
        </pc:picChg>
        <pc:picChg chg="add mod">
          <ac:chgData name="Eric Dobbs" userId="c3e04ad9674fc5b2" providerId="LiveId" clId="{44D212E8-3274-465A-869D-9E6009D3334A}" dt="2026-02-04T14:23:53.989" v="1924" actId="1076"/>
          <ac:picMkLst>
            <pc:docMk/>
            <pc:sldMk cId="380901158" sldId="292"/>
            <ac:picMk id="8" creationId="{CE9E9D17-C94B-82AE-70DE-1C167DC66395}"/>
          </ac:picMkLst>
        </pc:picChg>
      </pc:sldChg>
      <pc:sldChg chg="addSp modSp add mod">
        <pc:chgData name="Eric Dobbs" userId="c3e04ad9674fc5b2" providerId="LiveId" clId="{44D212E8-3274-465A-869D-9E6009D3334A}" dt="2026-02-04T18:14:50.375" v="1925" actId="20577"/>
        <pc:sldMkLst>
          <pc:docMk/>
          <pc:sldMk cId="3581009986" sldId="293"/>
        </pc:sldMkLst>
        <pc:spChg chg="mod">
          <ac:chgData name="Eric Dobbs" userId="c3e04ad9674fc5b2" providerId="LiveId" clId="{44D212E8-3274-465A-869D-9E6009D3334A}" dt="2026-02-04T18:14:50.375" v="1925" actId="20577"/>
          <ac:spMkLst>
            <pc:docMk/>
            <pc:sldMk cId="3581009986" sldId="293"/>
            <ac:spMk id="2" creationId="{51F101DF-1200-1E53-2983-5B2F3AB00D16}"/>
          </ac:spMkLst>
        </pc:spChg>
        <pc:spChg chg="mod">
          <ac:chgData name="Eric Dobbs" userId="c3e04ad9674fc5b2" providerId="LiveId" clId="{44D212E8-3274-465A-869D-9E6009D3334A}" dt="2026-02-04T14:20:20.781" v="1917" actId="1076"/>
          <ac:spMkLst>
            <pc:docMk/>
            <pc:sldMk cId="3581009986" sldId="293"/>
            <ac:spMk id="5" creationId="{07186C0C-3B1E-B977-ACC7-F6A017F67C7C}"/>
          </ac:spMkLst>
        </pc:spChg>
        <pc:picChg chg="mod">
          <ac:chgData name="Eric Dobbs" userId="c3e04ad9674fc5b2" providerId="LiveId" clId="{44D212E8-3274-465A-869D-9E6009D3334A}" dt="2026-02-04T14:20:57.615" v="1919" actId="1076"/>
          <ac:picMkLst>
            <pc:docMk/>
            <pc:sldMk cId="3581009986" sldId="293"/>
            <ac:picMk id="4" creationId="{913068CB-BB15-81E6-E2D0-C8C4F6E1CD9F}"/>
          </ac:picMkLst>
        </pc:picChg>
        <pc:picChg chg="add mod">
          <ac:chgData name="Eric Dobbs" userId="c3e04ad9674fc5b2" providerId="LiveId" clId="{44D212E8-3274-465A-869D-9E6009D3334A}" dt="2026-02-04T14:21:54.980" v="1921" actId="1076"/>
          <ac:picMkLst>
            <pc:docMk/>
            <pc:sldMk cId="3581009986" sldId="293"/>
            <ac:picMk id="6" creationId="{885D6A63-7489-D55C-331E-7D48A660E385}"/>
          </ac:picMkLst>
        </pc:picChg>
      </pc:sldChg>
      <pc:sldChg chg="addSp delSp modSp add mod modNotesTx">
        <pc:chgData name="Eric Dobbs" userId="c3e04ad9674fc5b2" providerId="LiveId" clId="{44D212E8-3274-465A-869D-9E6009D3334A}" dt="2026-02-04T18:59:10.997" v="2148" actId="20577"/>
        <pc:sldMkLst>
          <pc:docMk/>
          <pc:sldMk cId="3919510633" sldId="294"/>
        </pc:sldMkLst>
        <pc:spChg chg="mod">
          <ac:chgData name="Eric Dobbs" userId="c3e04ad9674fc5b2" providerId="LiveId" clId="{44D212E8-3274-465A-869D-9E6009D3334A}" dt="2026-02-04T18:59:10.997" v="2148" actId="20577"/>
          <ac:spMkLst>
            <pc:docMk/>
            <pc:sldMk cId="3919510633" sldId="294"/>
            <ac:spMk id="2" creationId="{09CA8BF6-1CA1-80F2-500A-0C3B1AC59D3F}"/>
          </ac:spMkLst>
        </pc:spChg>
        <pc:spChg chg="del mod">
          <ac:chgData name="Eric Dobbs" userId="c3e04ad9674fc5b2" providerId="LiveId" clId="{44D212E8-3274-465A-869D-9E6009D3334A}" dt="2026-02-04T18:20:54.948" v="1948" actId="478"/>
          <ac:spMkLst>
            <pc:docMk/>
            <pc:sldMk cId="3919510633" sldId="294"/>
            <ac:spMk id="5" creationId="{74991776-F9F0-7B6A-E1EA-A4957F50708C}"/>
          </ac:spMkLst>
        </pc:spChg>
        <pc:picChg chg="del">
          <ac:chgData name="Eric Dobbs" userId="c3e04ad9674fc5b2" providerId="LiveId" clId="{44D212E8-3274-465A-869D-9E6009D3334A}" dt="2026-02-04T18:20:49.703" v="1945" actId="478"/>
          <ac:picMkLst>
            <pc:docMk/>
            <pc:sldMk cId="3919510633" sldId="294"/>
            <ac:picMk id="4" creationId="{1ED71380-0850-C3B3-44F8-200E7EF20324}"/>
          </ac:picMkLst>
        </pc:picChg>
        <pc:picChg chg="del">
          <ac:chgData name="Eric Dobbs" userId="c3e04ad9674fc5b2" providerId="LiveId" clId="{44D212E8-3274-465A-869D-9E6009D3334A}" dt="2026-02-04T18:20:51.827" v="1946" actId="478"/>
          <ac:picMkLst>
            <pc:docMk/>
            <pc:sldMk cId="3919510633" sldId="294"/>
            <ac:picMk id="6" creationId="{C53EABFC-FB91-002C-1ECF-A06C26BA4CAF}"/>
          </ac:picMkLst>
        </pc:picChg>
        <pc:picChg chg="add mod">
          <ac:chgData name="Eric Dobbs" userId="c3e04ad9674fc5b2" providerId="LiveId" clId="{44D212E8-3274-465A-869D-9E6009D3334A}" dt="2026-02-04T18:21:19.620" v="1950" actId="1076"/>
          <ac:picMkLst>
            <pc:docMk/>
            <pc:sldMk cId="3919510633" sldId="294"/>
            <ac:picMk id="7" creationId="{18CCB547-8A34-1631-2EFC-BCF040C91855}"/>
          </ac:picMkLst>
        </pc:picChg>
      </pc:sldChg>
      <pc:sldChg chg="addSp delSp modSp add mod modAnim modNotesTx">
        <pc:chgData name="Eric Dobbs" userId="c3e04ad9674fc5b2" providerId="LiveId" clId="{44D212E8-3274-465A-869D-9E6009D3334A}" dt="2026-02-04T18:59:08.524" v="2147" actId="20577"/>
        <pc:sldMkLst>
          <pc:docMk/>
          <pc:sldMk cId="3157069841" sldId="295"/>
        </pc:sldMkLst>
        <pc:spChg chg="mod">
          <ac:chgData name="Eric Dobbs" userId="c3e04ad9674fc5b2" providerId="LiveId" clId="{44D212E8-3274-465A-869D-9E6009D3334A}" dt="2026-02-04T18:59:08.524" v="2147" actId="20577"/>
          <ac:spMkLst>
            <pc:docMk/>
            <pc:sldMk cId="3157069841" sldId="295"/>
            <ac:spMk id="2" creationId="{FFD5A213-740C-50FE-8B8A-5C16E7AB00CC}"/>
          </ac:spMkLst>
        </pc:spChg>
        <pc:spChg chg="add del mod">
          <ac:chgData name="Eric Dobbs" userId="c3e04ad9674fc5b2" providerId="LiveId" clId="{44D212E8-3274-465A-869D-9E6009D3334A}" dt="2026-02-04T18:35:55.714" v="2007" actId="22"/>
          <ac:spMkLst>
            <pc:docMk/>
            <pc:sldMk cId="3157069841" sldId="295"/>
            <ac:spMk id="11" creationId="{9565A26D-4769-EA18-CC22-154AF1387FCE}"/>
          </ac:spMkLst>
        </pc:spChg>
        <pc:spChg chg="add mod">
          <ac:chgData name="Eric Dobbs" userId="c3e04ad9674fc5b2" providerId="LiveId" clId="{44D212E8-3274-465A-869D-9E6009D3334A}" dt="2026-02-04T18:40:56.536" v="2031" actId="1076"/>
          <ac:spMkLst>
            <pc:docMk/>
            <pc:sldMk cId="3157069841" sldId="295"/>
            <ac:spMk id="13" creationId="{B789CA2B-810F-4147-9121-23645307DBBE}"/>
          </ac:spMkLst>
        </pc:spChg>
        <pc:spChg chg="add mod">
          <ac:chgData name="Eric Dobbs" userId="c3e04ad9674fc5b2" providerId="LiveId" clId="{44D212E8-3274-465A-869D-9E6009D3334A}" dt="2026-02-04T18:41:06.452" v="2033" actId="1076"/>
          <ac:spMkLst>
            <pc:docMk/>
            <pc:sldMk cId="3157069841" sldId="295"/>
            <ac:spMk id="15" creationId="{BEF098AE-1328-DC2A-59E4-45EBE5962C5D}"/>
          </ac:spMkLst>
        </pc:spChg>
        <pc:spChg chg="add mod">
          <ac:chgData name="Eric Dobbs" userId="c3e04ad9674fc5b2" providerId="LiveId" clId="{44D212E8-3274-465A-869D-9E6009D3334A}" dt="2026-02-04T18:41:01.396" v="2032" actId="1076"/>
          <ac:spMkLst>
            <pc:docMk/>
            <pc:sldMk cId="3157069841" sldId="295"/>
            <ac:spMk id="17" creationId="{0D7197A1-0687-48E1-C741-4CCA4510136C}"/>
          </ac:spMkLst>
        </pc:spChg>
        <pc:spChg chg="add mod">
          <ac:chgData name="Eric Dobbs" userId="c3e04ad9674fc5b2" providerId="LiveId" clId="{44D212E8-3274-465A-869D-9E6009D3334A}" dt="2026-02-04T18:41:40.667" v="2036" actId="207"/>
          <ac:spMkLst>
            <pc:docMk/>
            <pc:sldMk cId="3157069841" sldId="295"/>
            <ac:spMk id="19" creationId="{37BBD8ED-FBB1-AE67-5559-557B395D9E9F}"/>
          </ac:spMkLst>
        </pc:spChg>
        <pc:picChg chg="add mod">
          <ac:chgData name="Eric Dobbs" userId="c3e04ad9674fc5b2" providerId="LiveId" clId="{44D212E8-3274-465A-869D-9E6009D3334A}" dt="2026-02-04T18:40:46.809" v="2029" actId="1076"/>
          <ac:picMkLst>
            <pc:docMk/>
            <pc:sldMk cId="3157069841" sldId="295"/>
            <ac:picMk id="4" creationId="{7474B5FB-CA6A-0E85-70B8-385BF8F49E8C}"/>
          </ac:picMkLst>
        </pc:picChg>
        <pc:picChg chg="add del mod">
          <ac:chgData name="Eric Dobbs" userId="c3e04ad9674fc5b2" providerId="LiveId" clId="{44D212E8-3274-465A-869D-9E6009D3334A}" dt="2026-02-04T18:40:33.292" v="2027" actId="478"/>
          <ac:picMkLst>
            <pc:docMk/>
            <pc:sldMk cId="3157069841" sldId="295"/>
            <ac:picMk id="6" creationId="{33858484-5636-0123-D4E0-77D0A933ACCF}"/>
          </ac:picMkLst>
        </pc:picChg>
        <pc:picChg chg="del">
          <ac:chgData name="Eric Dobbs" userId="c3e04ad9674fc5b2" providerId="LiveId" clId="{44D212E8-3274-465A-869D-9E6009D3334A}" dt="2026-02-04T18:31:38.030" v="1996" actId="478"/>
          <ac:picMkLst>
            <pc:docMk/>
            <pc:sldMk cId="3157069841" sldId="295"/>
            <ac:picMk id="7" creationId="{66DC9F9A-F948-1FEA-D584-1AA68B8A71B5}"/>
          </ac:picMkLst>
        </pc:picChg>
        <pc:picChg chg="add mod">
          <ac:chgData name="Eric Dobbs" userId="c3e04ad9674fc5b2" providerId="LiveId" clId="{44D212E8-3274-465A-869D-9E6009D3334A}" dt="2026-02-04T18:40:50.742" v="2030" actId="1076"/>
          <ac:picMkLst>
            <pc:docMk/>
            <pc:sldMk cId="3157069841" sldId="295"/>
            <ac:picMk id="9" creationId="{8ED1C3A7-1CCB-FB39-402B-6F707BAB540A}"/>
          </ac:picMkLst>
        </pc:picChg>
      </pc:sldChg>
      <pc:sldChg chg="addSp delSp modSp add mod delAnim modNotesTx">
        <pc:chgData name="Eric Dobbs" userId="c3e04ad9674fc5b2" providerId="LiveId" clId="{44D212E8-3274-465A-869D-9E6009D3334A}" dt="2026-02-04T18:59:05.748" v="2146" actId="20577"/>
        <pc:sldMkLst>
          <pc:docMk/>
          <pc:sldMk cId="2257756584" sldId="296"/>
        </pc:sldMkLst>
        <pc:spChg chg="mod">
          <ac:chgData name="Eric Dobbs" userId="c3e04ad9674fc5b2" providerId="LiveId" clId="{44D212E8-3274-465A-869D-9E6009D3334A}" dt="2026-02-04T18:59:05.748" v="2146" actId="20577"/>
          <ac:spMkLst>
            <pc:docMk/>
            <pc:sldMk cId="2257756584" sldId="296"/>
            <ac:spMk id="2" creationId="{AAD065C2-CA01-1BB5-8512-F5123753C462}"/>
          </ac:spMkLst>
        </pc:spChg>
        <pc:spChg chg="del mod">
          <ac:chgData name="Eric Dobbs" userId="c3e04ad9674fc5b2" providerId="LiveId" clId="{44D212E8-3274-465A-869D-9E6009D3334A}" dt="2026-02-04T18:43:37.550" v="2082" actId="478"/>
          <ac:spMkLst>
            <pc:docMk/>
            <pc:sldMk cId="2257756584" sldId="296"/>
            <ac:spMk id="13" creationId="{7D71014A-7DDD-4291-4E57-E6EED012313D}"/>
          </ac:spMkLst>
        </pc:spChg>
        <pc:spChg chg="del">
          <ac:chgData name="Eric Dobbs" userId="c3e04ad9674fc5b2" providerId="LiveId" clId="{44D212E8-3274-465A-869D-9E6009D3334A}" dt="2026-02-04T18:43:42.477" v="2084" actId="478"/>
          <ac:spMkLst>
            <pc:docMk/>
            <pc:sldMk cId="2257756584" sldId="296"/>
            <ac:spMk id="15" creationId="{335A2E2B-C9DF-FC39-56EE-A03CF4BE0FC9}"/>
          </ac:spMkLst>
        </pc:spChg>
        <pc:spChg chg="del">
          <ac:chgData name="Eric Dobbs" userId="c3e04ad9674fc5b2" providerId="LiveId" clId="{44D212E8-3274-465A-869D-9E6009D3334A}" dt="2026-02-04T18:43:41.106" v="2083" actId="478"/>
          <ac:spMkLst>
            <pc:docMk/>
            <pc:sldMk cId="2257756584" sldId="296"/>
            <ac:spMk id="17" creationId="{A5DDAB2C-AAA9-2286-CBAF-95120E9962D2}"/>
          </ac:spMkLst>
        </pc:spChg>
        <pc:spChg chg="del">
          <ac:chgData name="Eric Dobbs" userId="c3e04ad9674fc5b2" providerId="LiveId" clId="{44D212E8-3274-465A-869D-9E6009D3334A}" dt="2026-02-04T18:43:43.605" v="2085" actId="478"/>
          <ac:spMkLst>
            <pc:docMk/>
            <pc:sldMk cId="2257756584" sldId="296"/>
            <ac:spMk id="19" creationId="{25606BA0-42FF-14CA-0EAB-D9BF2C9DBA3A}"/>
          </ac:spMkLst>
        </pc:spChg>
        <pc:picChg chg="del">
          <ac:chgData name="Eric Dobbs" userId="c3e04ad9674fc5b2" providerId="LiveId" clId="{44D212E8-3274-465A-869D-9E6009D3334A}" dt="2026-02-04T18:43:29.837" v="2079" actId="478"/>
          <ac:picMkLst>
            <pc:docMk/>
            <pc:sldMk cId="2257756584" sldId="296"/>
            <ac:picMk id="4" creationId="{55DC1F36-512C-F124-5344-8C0AE232BB35}"/>
          </ac:picMkLst>
        </pc:picChg>
        <pc:picChg chg="add mod">
          <ac:chgData name="Eric Dobbs" userId="c3e04ad9674fc5b2" providerId="LiveId" clId="{44D212E8-3274-465A-869D-9E6009D3334A}" dt="2026-02-04T18:44:34.729" v="2087" actId="1076"/>
          <ac:picMkLst>
            <pc:docMk/>
            <pc:sldMk cId="2257756584" sldId="296"/>
            <ac:picMk id="5" creationId="{CA83544A-35EE-6B5E-5A55-2A532B7C7B59}"/>
          </ac:picMkLst>
        </pc:picChg>
        <pc:picChg chg="del">
          <ac:chgData name="Eric Dobbs" userId="c3e04ad9674fc5b2" providerId="LiveId" clId="{44D212E8-3274-465A-869D-9E6009D3334A}" dt="2026-02-04T18:43:33.241" v="2080" actId="478"/>
          <ac:picMkLst>
            <pc:docMk/>
            <pc:sldMk cId="2257756584" sldId="296"/>
            <ac:picMk id="9" creationId="{863A8E3E-BEE8-B8C4-6AF9-8EEA19A3B7E3}"/>
          </ac:picMkLst>
        </pc:picChg>
      </pc:sldChg>
      <pc:sldChg chg="addSp delSp modSp add mod">
        <pc:chgData name="Eric Dobbs" userId="c3e04ad9674fc5b2" providerId="LiveId" clId="{44D212E8-3274-465A-869D-9E6009D3334A}" dt="2026-02-04T19:04:58.191" v="2441" actId="2711"/>
        <pc:sldMkLst>
          <pc:docMk/>
          <pc:sldMk cId="1728711849" sldId="297"/>
        </pc:sldMkLst>
        <pc:spChg chg="mod">
          <ac:chgData name="Eric Dobbs" userId="c3e04ad9674fc5b2" providerId="LiveId" clId="{44D212E8-3274-465A-869D-9E6009D3334A}" dt="2026-02-04T18:59:43.231" v="2193" actId="6549"/>
          <ac:spMkLst>
            <pc:docMk/>
            <pc:sldMk cId="1728711849" sldId="297"/>
            <ac:spMk id="2" creationId="{78A000E0-558F-A1A3-9F52-932C29705B32}"/>
          </ac:spMkLst>
        </pc:spChg>
        <pc:spChg chg="add mod">
          <ac:chgData name="Eric Dobbs" userId="c3e04ad9674fc5b2" providerId="LiveId" clId="{44D212E8-3274-465A-869D-9E6009D3334A}" dt="2026-02-04T19:04:58.191" v="2441" actId="2711"/>
          <ac:spMkLst>
            <pc:docMk/>
            <pc:sldMk cId="1728711849" sldId="297"/>
            <ac:spMk id="3" creationId="{46A1ED15-06D2-947E-8A44-0EE28EA09D6F}"/>
          </ac:spMkLst>
        </pc:spChg>
        <pc:picChg chg="del">
          <ac:chgData name="Eric Dobbs" userId="c3e04ad9674fc5b2" providerId="LiveId" clId="{44D212E8-3274-465A-869D-9E6009D3334A}" dt="2026-02-04T18:59:45.339" v="2194" actId="478"/>
          <ac:picMkLst>
            <pc:docMk/>
            <pc:sldMk cId="1728711849" sldId="297"/>
            <ac:picMk id="5" creationId="{8301626C-1B3F-9871-2484-54306FA7C628}"/>
          </ac:picMkLst>
        </pc:picChg>
      </pc:sldChg>
      <pc:sldChg chg="addSp delSp modSp add mod modNotesTx">
        <pc:chgData name="Eric Dobbs" userId="c3e04ad9674fc5b2" providerId="LiveId" clId="{44D212E8-3274-465A-869D-9E6009D3334A}" dt="2026-02-05T02:20:41.423" v="2563" actId="20577"/>
        <pc:sldMkLst>
          <pc:docMk/>
          <pc:sldMk cId="330383470" sldId="298"/>
        </pc:sldMkLst>
        <pc:spChg chg="mod">
          <ac:chgData name="Eric Dobbs" userId="c3e04ad9674fc5b2" providerId="LiveId" clId="{44D212E8-3274-465A-869D-9E6009D3334A}" dt="2026-02-05T01:52:06.962" v="2453" actId="20577"/>
          <ac:spMkLst>
            <pc:docMk/>
            <pc:sldMk cId="330383470" sldId="298"/>
            <ac:spMk id="2" creationId="{D5F17C57-B377-D39E-65F8-765A777144E1}"/>
          </ac:spMkLst>
        </pc:spChg>
        <pc:spChg chg="del">
          <ac:chgData name="Eric Dobbs" userId="c3e04ad9674fc5b2" providerId="LiveId" clId="{44D212E8-3274-465A-869D-9E6009D3334A}" dt="2026-02-05T01:52:14.586" v="2454" actId="478"/>
          <ac:spMkLst>
            <pc:docMk/>
            <pc:sldMk cId="330383470" sldId="298"/>
            <ac:spMk id="3" creationId="{348034F1-280B-EE8E-C428-E2892161B291}"/>
          </ac:spMkLst>
        </pc:spChg>
        <pc:spChg chg="add mod">
          <ac:chgData name="Eric Dobbs" userId="c3e04ad9674fc5b2" providerId="LiveId" clId="{44D212E8-3274-465A-869D-9E6009D3334A}" dt="2026-02-05T01:54:05.964" v="2460" actId="207"/>
          <ac:spMkLst>
            <pc:docMk/>
            <pc:sldMk cId="330383470" sldId="298"/>
            <ac:spMk id="7" creationId="{EF210303-41CF-5F6B-AAD0-A70EB14B88E6}"/>
          </ac:spMkLst>
        </pc:spChg>
        <pc:picChg chg="add mod">
          <ac:chgData name="Eric Dobbs" userId="c3e04ad9674fc5b2" providerId="LiveId" clId="{44D212E8-3274-465A-869D-9E6009D3334A}" dt="2026-02-05T01:53:35.220" v="2456" actId="1076"/>
          <ac:picMkLst>
            <pc:docMk/>
            <pc:sldMk cId="330383470" sldId="298"/>
            <ac:picMk id="5" creationId="{A8FDFE07-FBED-45FB-CE18-C6FB086C6425}"/>
          </ac:picMkLst>
        </pc:picChg>
      </pc:sldChg>
      <pc:sldChg chg="addSp delSp modSp add mod">
        <pc:chgData name="Eric Dobbs" userId="c3e04ad9674fc5b2" providerId="LiveId" clId="{44D212E8-3274-465A-869D-9E6009D3334A}" dt="2026-02-05T02:13:52.032" v="2494" actId="1076"/>
        <pc:sldMkLst>
          <pc:docMk/>
          <pc:sldMk cId="4159637874" sldId="299"/>
        </pc:sldMkLst>
        <pc:spChg chg="mod">
          <ac:chgData name="Eric Dobbs" userId="c3e04ad9674fc5b2" providerId="LiveId" clId="{44D212E8-3274-465A-869D-9E6009D3334A}" dt="2026-02-05T02:13:04.931" v="2491" actId="1076"/>
          <ac:spMkLst>
            <pc:docMk/>
            <pc:sldMk cId="4159637874" sldId="299"/>
            <ac:spMk id="7" creationId="{5BBEC2FB-B9AC-A3CA-064D-035C5756BC5E}"/>
          </ac:spMkLst>
        </pc:spChg>
        <pc:picChg chg="add mod">
          <ac:chgData name="Eric Dobbs" userId="c3e04ad9674fc5b2" providerId="LiveId" clId="{44D212E8-3274-465A-869D-9E6009D3334A}" dt="2026-02-05T02:13:52.032" v="2494" actId="1076"/>
          <ac:picMkLst>
            <pc:docMk/>
            <pc:sldMk cId="4159637874" sldId="299"/>
            <ac:picMk id="4" creationId="{B0EA610F-F638-C41F-E3B0-81171021AB66}"/>
          </ac:picMkLst>
        </pc:picChg>
        <pc:picChg chg="del">
          <ac:chgData name="Eric Dobbs" userId="c3e04ad9674fc5b2" providerId="LiveId" clId="{44D212E8-3274-465A-869D-9E6009D3334A}" dt="2026-02-05T02:13:08.639" v="2492" actId="478"/>
          <ac:picMkLst>
            <pc:docMk/>
            <pc:sldMk cId="4159637874" sldId="299"/>
            <ac:picMk id="5" creationId="{8760D8DA-9A18-4DD1-C6C6-EEE415341962}"/>
          </ac:picMkLst>
        </pc:picChg>
      </pc:sldChg>
      <pc:sldChg chg="addSp delSp modSp add mod modNotesTx">
        <pc:chgData name="Eric Dobbs" userId="c3e04ad9674fc5b2" providerId="LiveId" clId="{44D212E8-3274-465A-869D-9E6009D3334A}" dt="2026-02-05T02:26:38.868" v="2608" actId="2711"/>
        <pc:sldMkLst>
          <pc:docMk/>
          <pc:sldMk cId="3533240348" sldId="300"/>
        </pc:sldMkLst>
        <pc:spChg chg="mod">
          <ac:chgData name="Eric Dobbs" userId="c3e04ad9674fc5b2" providerId="LiveId" clId="{44D212E8-3274-465A-869D-9E6009D3334A}" dt="2026-02-05T02:22:00.334" v="2589" actId="20577"/>
          <ac:spMkLst>
            <pc:docMk/>
            <pc:sldMk cId="3533240348" sldId="300"/>
            <ac:spMk id="2" creationId="{899AA6DE-E8FC-73A3-CB2A-99EEAF7F98AC}"/>
          </ac:spMkLst>
        </pc:spChg>
        <pc:spChg chg="add mod">
          <ac:chgData name="Eric Dobbs" userId="c3e04ad9674fc5b2" providerId="LiveId" clId="{44D212E8-3274-465A-869D-9E6009D3334A}" dt="2026-02-05T02:26:38.868" v="2608" actId="2711"/>
          <ac:spMkLst>
            <pc:docMk/>
            <pc:sldMk cId="3533240348" sldId="300"/>
            <ac:spMk id="6" creationId="{51A8630E-C4D2-4F5F-4755-14F2DE978F8E}"/>
          </ac:spMkLst>
        </pc:spChg>
        <pc:spChg chg="mod">
          <ac:chgData name="Eric Dobbs" userId="c3e04ad9674fc5b2" providerId="LiveId" clId="{44D212E8-3274-465A-869D-9E6009D3334A}" dt="2026-02-05T02:22:37.506" v="2594" actId="207"/>
          <ac:spMkLst>
            <pc:docMk/>
            <pc:sldMk cId="3533240348" sldId="300"/>
            <ac:spMk id="7" creationId="{FE37F853-2CA7-A9E1-3717-478817E59DAD}"/>
          </ac:spMkLst>
        </pc:spChg>
        <pc:picChg chg="add mod">
          <ac:chgData name="Eric Dobbs" userId="c3e04ad9674fc5b2" providerId="LiveId" clId="{44D212E8-3274-465A-869D-9E6009D3334A}" dt="2026-02-05T02:25:52.966" v="2600" actId="1076"/>
          <ac:picMkLst>
            <pc:docMk/>
            <pc:sldMk cId="3533240348" sldId="300"/>
            <ac:picMk id="3" creationId="{53211F0A-2332-4D47-9EDD-D099CF5DA5AC}"/>
          </ac:picMkLst>
        </pc:picChg>
        <pc:picChg chg="del">
          <ac:chgData name="Eric Dobbs" userId="c3e04ad9674fc5b2" providerId="LiveId" clId="{44D212E8-3274-465A-869D-9E6009D3334A}" dt="2026-02-05T02:25:42.374" v="2595" actId="478"/>
          <ac:picMkLst>
            <pc:docMk/>
            <pc:sldMk cId="3533240348" sldId="300"/>
            <ac:picMk id="4" creationId="{E7A111A6-E785-0A1B-D108-556E18852784}"/>
          </ac:picMkLst>
        </pc:picChg>
        <pc:picChg chg="add mod">
          <ac:chgData name="Eric Dobbs" userId="c3e04ad9674fc5b2" providerId="LiveId" clId="{44D212E8-3274-465A-869D-9E6009D3334A}" dt="2026-02-05T02:26:00.022" v="2603" actId="1076"/>
          <ac:picMkLst>
            <pc:docMk/>
            <pc:sldMk cId="3533240348" sldId="300"/>
            <ac:picMk id="5" creationId="{0CC1FCD0-9250-A1D2-FF25-3E5A485325DE}"/>
          </ac:picMkLst>
        </pc:picChg>
      </pc:sldChg>
      <pc:sldChg chg="addSp delSp modSp add mod">
        <pc:chgData name="Eric Dobbs" userId="c3e04ad9674fc5b2" providerId="LiveId" clId="{44D212E8-3274-465A-869D-9E6009D3334A}" dt="2026-02-05T02:28:55.782" v="2761" actId="20577"/>
        <pc:sldMkLst>
          <pc:docMk/>
          <pc:sldMk cId="3139205991" sldId="301"/>
        </pc:sldMkLst>
        <pc:spChg chg="add mod">
          <ac:chgData name="Eric Dobbs" userId="c3e04ad9674fc5b2" providerId="LiveId" clId="{44D212E8-3274-465A-869D-9E6009D3334A}" dt="2026-02-05T02:28:55.782" v="2761" actId="20577"/>
          <ac:spMkLst>
            <pc:docMk/>
            <pc:sldMk cId="3139205991" sldId="301"/>
            <ac:spMk id="3" creationId="{059B985C-4F64-2ED4-1D56-54A447D707DB}"/>
          </ac:spMkLst>
        </pc:spChg>
        <pc:spChg chg="del">
          <ac:chgData name="Eric Dobbs" userId="c3e04ad9674fc5b2" providerId="LiveId" clId="{44D212E8-3274-465A-869D-9E6009D3334A}" dt="2026-02-05T02:27:31.116" v="2610" actId="478"/>
          <ac:spMkLst>
            <pc:docMk/>
            <pc:sldMk cId="3139205991" sldId="301"/>
            <ac:spMk id="6" creationId="{C7B16F17-73A2-2B5A-5175-1C1BA276095E}"/>
          </ac:spMkLst>
        </pc:spChg>
      </pc:sldChg>
      <pc:sldChg chg="addSp delSp modSp add mod">
        <pc:chgData name="Eric Dobbs" userId="c3e04ad9674fc5b2" providerId="LiveId" clId="{44D212E8-3274-465A-869D-9E6009D3334A}" dt="2026-02-05T02:49:11.182" v="2780" actId="1076"/>
        <pc:sldMkLst>
          <pc:docMk/>
          <pc:sldMk cId="393429745" sldId="302"/>
        </pc:sldMkLst>
        <pc:spChg chg="mod">
          <ac:chgData name="Eric Dobbs" userId="c3e04ad9674fc5b2" providerId="LiveId" clId="{44D212E8-3274-465A-869D-9E6009D3334A}" dt="2026-02-05T02:47:26.875" v="2773" actId="20577"/>
          <ac:spMkLst>
            <pc:docMk/>
            <pc:sldMk cId="393429745" sldId="302"/>
            <ac:spMk id="2" creationId="{19B8509B-90DD-48D8-E1F2-B35B198168F1}"/>
          </ac:spMkLst>
        </pc:spChg>
        <pc:spChg chg="del">
          <ac:chgData name="Eric Dobbs" userId="c3e04ad9674fc5b2" providerId="LiveId" clId="{44D212E8-3274-465A-869D-9E6009D3334A}" dt="2026-02-05T02:47:47.777" v="2774" actId="478"/>
          <ac:spMkLst>
            <pc:docMk/>
            <pc:sldMk cId="393429745" sldId="302"/>
            <ac:spMk id="3" creationId="{D9A5C926-CE9A-5186-C179-0C2874DA30E6}"/>
          </ac:spMkLst>
        </pc:spChg>
        <pc:spChg chg="mod">
          <ac:chgData name="Eric Dobbs" userId="c3e04ad9674fc5b2" providerId="LiveId" clId="{44D212E8-3274-465A-869D-9E6009D3334A}" dt="2026-02-05T02:48:00.200" v="2778"/>
          <ac:spMkLst>
            <pc:docMk/>
            <pc:sldMk cId="393429745" sldId="302"/>
            <ac:spMk id="7" creationId="{7F0AF605-13BF-CEC1-201F-6F012CA18B2A}"/>
          </ac:spMkLst>
        </pc:spChg>
        <pc:picChg chg="add mod">
          <ac:chgData name="Eric Dobbs" userId="c3e04ad9674fc5b2" providerId="LiveId" clId="{44D212E8-3274-465A-869D-9E6009D3334A}" dt="2026-02-05T02:49:11.182" v="2780" actId="1076"/>
          <ac:picMkLst>
            <pc:docMk/>
            <pc:sldMk cId="393429745" sldId="302"/>
            <ac:picMk id="5" creationId="{5FF4999E-A0BD-BD92-3D08-351665F42870}"/>
          </ac:picMkLst>
        </pc:picChg>
      </pc:sldChg>
      <pc:sldChg chg="addSp delSp modSp add mod">
        <pc:chgData name="Eric Dobbs" userId="c3e04ad9674fc5b2" providerId="LiveId" clId="{44D212E8-3274-465A-869D-9E6009D3334A}" dt="2026-02-05T02:57:18.130" v="3055"/>
        <pc:sldMkLst>
          <pc:docMk/>
          <pc:sldMk cId="1886866553" sldId="303"/>
        </pc:sldMkLst>
        <pc:spChg chg="mod">
          <ac:chgData name="Eric Dobbs" userId="c3e04ad9674fc5b2" providerId="LiveId" clId="{44D212E8-3274-465A-869D-9E6009D3334A}" dt="2026-02-05T02:51:59.210" v="2784" actId="20577"/>
          <ac:spMkLst>
            <pc:docMk/>
            <pc:sldMk cId="1886866553" sldId="303"/>
            <ac:spMk id="2" creationId="{843D2458-2339-4B2D-130F-D4202F53AFEA}"/>
          </ac:spMkLst>
        </pc:spChg>
        <pc:spChg chg="add mod">
          <ac:chgData name="Eric Dobbs" userId="c3e04ad9674fc5b2" providerId="LiveId" clId="{44D212E8-3274-465A-869D-9E6009D3334A}" dt="2026-02-05T02:57:18.130" v="3055"/>
          <ac:spMkLst>
            <pc:docMk/>
            <pc:sldMk cId="1886866553" sldId="303"/>
            <ac:spMk id="6" creationId="{E9FD9C76-6110-547B-5031-3A888799AA1E}"/>
          </ac:spMkLst>
        </pc:spChg>
        <pc:spChg chg="del">
          <ac:chgData name="Eric Dobbs" userId="c3e04ad9674fc5b2" providerId="LiveId" clId="{44D212E8-3274-465A-869D-9E6009D3334A}" dt="2026-02-05T02:52:31.930" v="2786" actId="478"/>
          <ac:spMkLst>
            <pc:docMk/>
            <pc:sldMk cId="1886866553" sldId="303"/>
            <ac:spMk id="7" creationId="{514DF57A-7D8C-0A84-276E-C7842EC2F80D}"/>
          </ac:spMkLst>
        </pc:spChg>
        <pc:picChg chg="add mod">
          <ac:chgData name="Eric Dobbs" userId="c3e04ad9674fc5b2" providerId="LiveId" clId="{44D212E8-3274-465A-869D-9E6009D3334A}" dt="2026-02-05T02:56:46.442" v="3035" actId="1076"/>
          <ac:picMkLst>
            <pc:docMk/>
            <pc:sldMk cId="1886866553" sldId="303"/>
            <ac:picMk id="4" creationId="{085870B3-3BE3-EDD7-14D9-E017BC58C2D4}"/>
          </ac:picMkLst>
        </pc:picChg>
        <pc:picChg chg="del">
          <ac:chgData name="Eric Dobbs" userId="c3e04ad9674fc5b2" providerId="LiveId" clId="{44D212E8-3274-465A-869D-9E6009D3334A}" dt="2026-02-05T02:52:26.879" v="2785" actId="478"/>
          <ac:picMkLst>
            <pc:docMk/>
            <pc:sldMk cId="1886866553" sldId="303"/>
            <ac:picMk id="5" creationId="{E2AC986F-2620-43B6-DD05-52B2B108CAD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03FB87-790C-4850-A90C-12C5FF4B94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8127921-F9C4-44F3-AC5F-130B6A406C0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E59275-AFE1-4999-B78A-D0D76B9F2B0B}" type="datetimeFigureOut">
              <a:rPr lang="en-US" smtClean="0"/>
              <a:t>2/4/2026</a:t>
            </a:fld>
            <a:endParaRPr lang="en-US" dirty="0"/>
          </a:p>
        </p:txBody>
      </p:sp>
      <p:sp>
        <p:nvSpPr>
          <p:cNvPr id="4" name="Footer Placeholder 3">
            <a:extLst>
              <a:ext uri="{FF2B5EF4-FFF2-40B4-BE49-F238E27FC236}">
                <a16:creationId xmlns:a16="http://schemas.microsoft.com/office/drawing/2014/main" id="{4765E047-F1CB-4066-A459-9EDC95F2E6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8A77EF5-5277-4BAF-8BB4-2E02103988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668C69-0C3E-40A2-B4A0-B2C8B71D8E3A}" type="slidenum">
              <a:rPr lang="en-US" smtClean="0"/>
              <a:t>‹#›</a:t>
            </a:fld>
            <a:endParaRPr lang="en-US" dirty="0"/>
          </a:p>
        </p:txBody>
      </p:sp>
    </p:spTree>
    <p:extLst>
      <p:ext uri="{BB962C8B-B14F-4D97-AF65-F5344CB8AC3E}">
        <p14:creationId xmlns:p14="http://schemas.microsoft.com/office/powerpoint/2010/main" val="205158627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22:59:47.106"/>
    </inkml:context>
    <inkml:brush xml:id="br0">
      <inkml:brushProperty name="width" value="0.035" units="cm"/>
      <inkml:brushProperty name="height" value="0.035" units="cm"/>
      <inkml:brushProperty name="color" value="#E71224"/>
    </inkml:brush>
  </inkml:definitions>
  <inkml:trace contextRef="#ctx0" brushRef="#br0">365 0 24504,'-365'632'0,"730"0"0,365-632 0,-365-632 0,-730 0 0,-365 632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02T22:59:55.33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1,'5'0,"1"4,5 2,5 0,4-1,4 3,2 0,2-1,0-1,-4 2,-1 0,-1-1,1-3,2 0,0-3,2 0,0-1,-4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02T22:59:57.40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1,'5'4,"15"7,14 6,16 0,3 1,2-1,-3-5,-1-3,0-4,-4-3,-6-1,-4-1,-5-1,-6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EADD7A-FE61-48EE-BE0E-8546E5401374}" type="datetimeFigureOut">
              <a:rPr lang="en-US" smtClean="0"/>
              <a:t>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000EEB-8338-48D7-8EE8-EE0082EF7602}" type="slidenum">
              <a:rPr lang="en-US" smtClean="0"/>
              <a:t>‹#›</a:t>
            </a:fld>
            <a:endParaRPr lang="en-US" dirty="0"/>
          </a:p>
        </p:txBody>
      </p:sp>
    </p:spTree>
    <p:extLst>
      <p:ext uri="{BB962C8B-B14F-4D97-AF65-F5344CB8AC3E}">
        <p14:creationId xmlns:p14="http://schemas.microsoft.com/office/powerpoint/2010/main" val="3767770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000EEB-8338-48D7-8EE8-EE0082EF7602}" type="slidenum">
              <a:rPr lang="en-US" smtClean="0"/>
              <a:t>1</a:t>
            </a:fld>
            <a:endParaRPr lang="en-US" dirty="0"/>
          </a:p>
        </p:txBody>
      </p:sp>
    </p:spTree>
    <p:extLst>
      <p:ext uri="{BB962C8B-B14F-4D97-AF65-F5344CB8AC3E}">
        <p14:creationId xmlns:p14="http://schemas.microsoft.com/office/powerpoint/2010/main" val="4005338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looked some of the constants and methods of the Math class</a:t>
            </a:r>
          </a:p>
        </p:txBody>
      </p:sp>
      <p:sp>
        <p:nvSpPr>
          <p:cNvPr id="4" name="Slide Number Placeholder 3"/>
          <p:cNvSpPr>
            <a:spLocks noGrp="1"/>
          </p:cNvSpPr>
          <p:nvPr>
            <p:ph type="sldNum" sz="quarter" idx="5"/>
          </p:nvPr>
        </p:nvSpPr>
        <p:spPr/>
        <p:txBody>
          <a:bodyPr/>
          <a:lstStyle/>
          <a:p>
            <a:fld id="{EE000EEB-8338-48D7-8EE8-EE0082EF7602}" type="slidenum">
              <a:rPr lang="en-US" smtClean="0"/>
              <a:t>5</a:t>
            </a:fld>
            <a:endParaRPr lang="en-US" dirty="0"/>
          </a:p>
        </p:txBody>
      </p:sp>
    </p:spTree>
    <p:extLst>
      <p:ext uri="{BB962C8B-B14F-4D97-AF65-F5344CB8AC3E}">
        <p14:creationId xmlns:p14="http://schemas.microsoft.com/office/powerpoint/2010/main" val="2516904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003CA-8636-A27E-AD06-B924607C5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1CB6DD-914D-703D-574F-C3BB36B090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E524AA-7267-D491-1DE6-9B994EB61C61}"/>
              </a:ext>
            </a:extLst>
          </p:cNvPr>
          <p:cNvSpPr>
            <a:spLocks noGrp="1"/>
          </p:cNvSpPr>
          <p:nvPr>
            <p:ph type="body" idx="1"/>
          </p:nvPr>
        </p:nvSpPr>
        <p:spPr/>
        <p:txBody>
          <a:bodyPr/>
          <a:lstStyle/>
          <a:p>
            <a:r>
              <a:rPr lang="en-US" dirty="0"/>
              <a:t>Go through the methods and refresher on basic trig functions</a:t>
            </a:r>
          </a:p>
          <a:p>
            <a:r>
              <a:rPr lang="en-US" dirty="0"/>
              <a:t>Go through the </a:t>
            </a:r>
            <a:r>
              <a:rPr lang="en-US" dirty="0" err="1"/>
              <a:t>TrigonometricFunctions</a:t>
            </a:r>
            <a:r>
              <a:rPr lang="en-US" dirty="0"/>
              <a:t> class</a:t>
            </a:r>
          </a:p>
        </p:txBody>
      </p:sp>
      <p:sp>
        <p:nvSpPr>
          <p:cNvPr id="4" name="Slide Number Placeholder 3">
            <a:extLst>
              <a:ext uri="{FF2B5EF4-FFF2-40B4-BE49-F238E27FC236}">
                <a16:creationId xmlns:a16="http://schemas.microsoft.com/office/drawing/2014/main" id="{AC7817EB-0EAC-273E-25CD-99DB782577B9}"/>
              </a:ext>
            </a:extLst>
          </p:cNvPr>
          <p:cNvSpPr>
            <a:spLocks noGrp="1"/>
          </p:cNvSpPr>
          <p:nvPr>
            <p:ph type="sldNum" sz="quarter" idx="5"/>
          </p:nvPr>
        </p:nvSpPr>
        <p:spPr/>
        <p:txBody>
          <a:bodyPr/>
          <a:lstStyle/>
          <a:p>
            <a:fld id="{EE000EEB-8338-48D7-8EE8-EE0082EF7602}" type="slidenum">
              <a:rPr lang="en-US" smtClean="0"/>
              <a:t>6</a:t>
            </a:fld>
            <a:endParaRPr lang="en-US" dirty="0"/>
          </a:p>
        </p:txBody>
      </p:sp>
    </p:spTree>
    <p:extLst>
      <p:ext uri="{BB962C8B-B14F-4D97-AF65-F5344CB8AC3E}">
        <p14:creationId xmlns:p14="http://schemas.microsoft.com/office/powerpoint/2010/main" val="1663661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C5501-E6FC-C100-9ED2-3587563410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CF2DB-6C75-2C07-B473-340FFDDEEB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AF3132-CCC1-DBFA-539C-1CCB4436C97A}"/>
              </a:ext>
            </a:extLst>
          </p:cNvPr>
          <p:cNvSpPr>
            <a:spLocks noGrp="1"/>
          </p:cNvSpPr>
          <p:nvPr>
            <p:ph type="body" idx="1"/>
          </p:nvPr>
        </p:nvSpPr>
        <p:spPr/>
        <p:txBody>
          <a:bodyPr/>
          <a:lstStyle/>
          <a:p>
            <a:r>
              <a:rPr lang="en-US" dirty="0"/>
              <a:t>Go through the methods and refresher on basic trig functions</a:t>
            </a:r>
          </a:p>
          <a:p>
            <a:r>
              <a:rPr lang="en-US" dirty="0"/>
              <a:t>Go through the </a:t>
            </a:r>
            <a:r>
              <a:rPr lang="en-US" dirty="0" err="1"/>
              <a:t>TrigonometricFunctions</a:t>
            </a:r>
            <a:r>
              <a:rPr lang="en-US" dirty="0"/>
              <a:t> class</a:t>
            </a:r>
          </a:p>
        </p:txBody>
      </p:sp>
      <p:sp>
        <p:nvSpPr>
          <p:cNvPr id="4" name="Slide Number Placeholder 3">
            <a:extLst>
              <a:ext uri="{FF2B5EF4-FFF2-40B4-BE49-F238E27FC236}">
                <a16:creationId xmlns:a16="http://schemas.microsoft.com/office/drawing/2014/main" id="{CC1208BE-FB7D-FD4C-2A76-4D300CE9E522}"/>
              </a:ext>
            </a:extLst>
          </p:cNvPr>
          <p:cNvSpPr>
            <a:spLocks noGrp="1"/>
          </p:cNvSpPr>
          <p:nvPr>
            <p:ph type="sldNum" sz="quarter" idx="5"/>
          </p:nvPr>
        </p:nvSpPr>
        <p:spPr/>
        <p:txBody>
          <a:bodyPr/>
          <a:lstStyle/>
          <a:p>
            <a:fld id="{EE000EEB-8338-48D7-8EE8-EE0082EF7602}" type="slidenum">
              <a:rPr lang="en-US" smtClean="0"/>
              <a:t>7</a:t>
            </a:fld>
            <a:endParaRPr lang="en-US" dirty="0"/>
          </a:p>
        </p:txBody>
      </p:sp>
    </p:spTree>
    <p:extLst>
      <p:ext uri="{BB962C8B-B14F-4D97-AF65-F5344CB8AC3E}">
        <p14:creationId xmlns:p14="http://schemas.microsoft.com/office/powerpoint/2010/main" val="3252301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60D1-5F63-15BF-4BB2-02142A4643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B666B4-9089-FD81-F3C4-B43E56926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890001-8E90-1CAA-E3F7-6A2F4B5DF2FC}"/>
              </a:ext>
            </a:extLst>
          </p:cNvPr>
          <p:cNvSpPr>
            <a:spLocks noGrp="1"/>
          </p:cNvSpPr>
          <p:nvPr>
            <p:ph type="body" idx="1"/>
          </p:nvPr>
        </p:nvSpPr>
        <p:spPr/>
        <p:txBody>
          <a:bodyPr/>
          <a:lstStyle/>
          <a:p>
            <a:r>
              <a:rPr lang="en-US" dirty="0"/>
              <a:t>Go through the methods and refresher on basic trig functions</a:t>
            </a:r>
          </a:p>
          <a:p>
            <a:r>
              <a:rPr lang="en-US" dirty="0"/>
              <a:t>Go through the </a:t>
            </a:r>
            <a:r>
              <a:rPr lang="en-US" dirty="0" err="1"/>
              <a:t>RoundingFunctions</a:t>
            </a:r>
            <a:r>
              <a:rPr lang="en-US" dirty="0"/>
              <a:t> class</a:t>
            </a:r>
          </a:p>
        </p:txBody>
      </p:sp>
      <p:sp>
        <p:nvSpPr>
          <p:cNvPr id="4" name="Slide Number Placeholder 3">
            <a:extLst>
              <a:ext uri="{FF2B5EF4-FFF2-40B4-BE49-F238E27FC236}">
                <a16:creationId xmlns:a16="http://schemas.microsoft.com/office/drawing/2014/main" id="{BEA82EAF-1AED-AA39-EE7D-CEB7FD998DC9}"/>
              </a:ext>
            </a:extLst>
          </p:cNvPr>
          <p:cNvSpPr>
            <a:spLocks noGrp="1"/>
          </p:cNvSpPr>
          <p:nvPr>
            <p:ph type="sldNum" sz="quarter" idx="5"/>
          </p:nvPr>
        </p:nvSpPr>
        <p:spPr/>
        <p:txBody>
          <a:bodyPr/>
          <a:lstStyle/>
          <a:p>
            <a:fld id="{EE000EEB-8338-48D7-8EE8-EE0082EF7602}" type="slidenum">
              <a:rPr lang="en-US" smtClean="0"/>
              <a:t>8</a:t>
            </a:fld>
            <a:endParaRPr lang="en-US" dirty="0"/>
          </a:p>
        </p:txBody>
      </p:sp>
    </p:spTree>
    <p:extLst>
      <p:ext uri="{BB962C8B-B14F-4D97-AF65-F5344CB8AC3E}">
        <p14:creationId xmlns:p14="http://schemas.microsoft.com/office/powerpoint/2010/main" val="2969322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17562-03E9-48C3-B056-968747706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CE4BEC-0848-1F95-61E7-6F448DECA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00B8AD-35D3-3999-B78D-C00FB6EDB8B0}"/>
              </a:ext>
            </a:extLst>
          </p:cNvPr>
          <p:cNvSpPr>
            <a:spLocks noGrp="1"/>
          </p:cNvSpPr>
          <p:nvPr>
            <p:ph type="body" idx="1"/>
          </p:nvPr>
        </p:nvSpPr>
        <p:spPr/>
        <p:txBody>
          <a:bodyPr/>
          <a:lstStyle/>
          <a:p>
            <a:r>
              <a:rPr lang="en-US" dirty="0"/>
              <a:t>Talk about the bullet points and demonstrate the max, min, and random by  refactoring the </a:t>
            </a:r>
            <a:r>
              <a:rPr lang="en-US" dirty="0" err="1"/>
              <a:t>SubtractionQuiz</a:t>
            </a:r>
            <a:endParaRPr lang="en-US" dirty="0"/>
          </a:p>
        </p:txBody>
      </p:sp>
      <p:sp>
        <p:nvSpPr>
          <p:cNvPr id="4" name="Slide Number Placeholder 3">
            <a:extLst>
              <a:ext uri="{FF2B5EF4-FFF2-40B4-BE49-F238E27FC236}">
                <a16:creationId xmlns:a16="http://schemas.microsoft.com/office/drawing/2014/main" id="{A7FA3714-1721-0C85-DA72-CEE6984A4FAC}"/>
              </a:ext>
            </a:extLst>
          </p:cNvPr>
          <p:cNvSpPr>
            <a:spLocks noGrp="1"/>
          </p:cNvSpPr>
          <p:nvPr>
            <p:ph type="sldNum" sz="quarter" idx="5"/>
          </p:nvPr>
        </p:nvSpPr>
        <p:spPr/>
        <p:txBody>
          <a:bodyPr/>
          <a:lstStyle/>
          <a:p>
            <a:fld id="{EE000EEB-8338-48D7-8EE8-EE0082EF7602}" type="slidenum">
              <a:rPr lang="en-US" smtClean="0"/>
              <a:t>9</a:t>
            </a:fld>
            <a:endParaRPr lang="en-US" dirty="0"/>
          </a:p>
        </p:txBody>
      </p:sp>
    </p:spTree>
    <p:extLst>
      <p:ext uri="{BB962C8B-B14F-4D97-AF65-F5344CB8AC3E}">
        <p14:creationId xmlns:p14="http://schemas.microsoft.com/office/powerpoint/2010/main" val="3121762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01DA8-2182-5A6F-51F2-990E3DEE3D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5B3967-AB1F-FAE5-F86F-70F47118C7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98747B-DC54-713A-0147-4BD837FEC3FF}"/>
              </a:ext>
            </a:extLst>
          </p:cNvPr>
          <p:cNvSpPr>
            <a:spLocks noGrp="1"/>
          </p:cNvSpPr>
          <p:nvPr>
            <p:ph type="body" idx="1"/>
          </p:nvPr>
        </p:nvSpPr>
        <p:spPr/>
        <p:txBody>
          <a:bodyPr/>
          <a:lstStyle/>
          <a:p>
            <a:r>
              <a:rPr lang="en-US" dirty="0"/>
              <a:t>Demonstrate the Compute </a:t>
            </a:r>
            <a:r>
              <a:rPr lang="en-US"/>
              <a:t>Angles class</a:t>
            </a:r>
          </a:p>
          <a:p>
            <a:endParaRPr lang="en-US" dirty="0"/>
          </a:p>
        </p:txBody>
      </p:sp>
      <p:sp>
        <p:nvSpPr>
          <p:cNvPr id="4" name="Slide Number Placeholder 3">
            <a:extLst>
              <a:ext uri="{FF2B5EF4-FFF2-40B4-BE49-F238E27FC236}">
                <a16:creationId xmlns:a16="http://schemas.microsoft.com/office/drawing/2014/main" id="{514C1D4E-FBFA-12BB-08EF-0C8717067FFE}"/>
              </a:ext>
            </a:extLst>
          </p:cNvPr>
          <p:cNvSpPr>
            <a:spLocks noGrp="1"/>
          </p:cNvSpPr>
          <p:nvPr>
            <p:ph type="sldNum" sz="quarter" idx="5"/>
          </p:nvPr>
        </p:nvSpPr>
        <p:spPr/>
        <p:txBody>
          <a:bodyPr/>
          <a:lstStyle/>
          <a:p>
            <a:fld id="{EE000EEB-8338-48D7-8EE8-EE0082EF7602}" type="slidenum">
              <a:rPr lang="en-US" smtClean="0"/>
              <a:t>10</a:t>
            </a:fld>
            <a:endParaRPr lang="en-US" dirty="0"/>
          </a:p>
        </p:txBody>
      </p:sp>
    </p:spTree>
    <p:extLst>
      <p:ext uri="{BB962C8B-B14F-4D97-AF65-F5344CB8AC3E}">
        <p14:creationId xmlns:p14="http://schemas.microsoft.com/office/powerpoint/2010/main" val="26875598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53F99-32A0-5D6A-C619-8EF97C4264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0ACC56-54A0-2B05-F3B2-5BF2943C3B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B1E476-7DEE-607F-481E-1B0F40C5967C}"/>
              </a:ext>
            </a:extLst>
          </p:cNvPr>
          <p:cNvSpPr>
            <a:spLocks noGrp="1"/>
          </p:cNvSpPr>
          <p:nvPr>
            <p:ph type="body" idx="1"/>
          </p:nvPr>
        </p:nvSpPr>
        <p:spPr/>
        <p:txBody>
          <a:bodyPr/>
          <a:lstStyle/>
          <a:p>
            <a:r>
              <a:rPr lang="en-US" dirty="0"/>
              <a:t>Demonstrate the Compute </a:t>
            </a:r>
            <a:r>
              <a:rPr lang="en-US"/>
              <a:t>Angles class</a:t>
            </a:r>
          </a:p>
          <a:p>
            <a:endParaRPr lang="en-US" dirty="0"/>
          </a:p>
        </p:txBody>
      </p:sp>
      <p:sp>
        <p:nvSpPr>
          <p:cNvPr id="4" name="Slide Number Placeholder 3">
            <a:extLst>
              <a:ext uri="{FF2B5EF4-FFF2-40B4-BE49-F238E27FC236}">
                <a16:creationId xmlns:a16="http://schemas.microsoft.com/office/drawing/2014/main" id="{7047EFC7-A2F2-2EF6-33A3-20617EF9B261}"/>
              </a:ext>
            </a:extLst>
          </p:cNvPr>
          <p:cNvSpPr>
            <a:spLocks noGrp="1"/>
          </p:cNvSpPr>
          <p:nvPr>
            <p:ph type="sldNum" sz="quarter" idx="5"/>
          </p:nvPr>
        </p:nvSpPr>
        <p:spPr/>
        <p:txBody>
          <a:bodyPr/>
          <a:lstStyle/>
          <a:p>
            <a:fld id="{EE000EEB-8338-48D7-8EE8-EE0082EF7602}" type="slidenum">
              <a:rPr lang="en-US" smtClean="0"/>
              <a:t>11</a:t>
            </a:fld>
            <a:endParaRPr lang="en-US" dirty="0"/>
          </a:p>
        </p:txBody>
      </p:sp>
    </p:spTree>
    <p:extLst>
      <p:ext uri="{BB962C8B-B14F-4D97-AF65-F5344CB8AC3E}">
        <p14:creationId xmlns:p14="http://schemas.microsoft.com/office/powerpoint/2010/main" val="255578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0C53D-09F4-A3BB-7BFA-B5BF9E5886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70C9A0-168B-7668-0F88-F566DF04A9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22DCD1-1236-0CCA-9F6E-D8154CC09511}"/>
              </a:ext>
            </a:extLst>
          </p:cNvPr>
          <p:cNvSpPr>
            <a:spLocks noGrp="1"/>
          </p:cNvSpPr>
          <p:nvPr>
            <p:ph type="body" idx="1"/>
          </p:nvPr>
        </p:nvSpPr>
        <p:spPr/>
        <p:txBody>
          <a:bodyPr/>
          <a:lstStyle/>
          <a:p>
            <a:r>
              <a:rPr lang="en-US" dirty="0"/>
              <a:t>Demonstrate the Compute Angles class</a:t>
            </a:r>
          </a:p>
          <a:p>
            <a:endParaRPr lang="en-US" dirty="0"/>
          </a:p>
        </p:txBody>
      </p:sp>
      <p:sp>
        <p:nvSpPr>
          <p:cNvPr id="4" name="Slide Number Placeholder 3">
            <a:extLst>
              <a:ext uri="{FF2B5EF4-FFF2-40B4-BE49-F238E27FC236}">
                <a16:creationId xmlns:a16="http://schemas.microsoft.com/office/drawing/2014/main" id="{C22242C3-2026-DF12-F967-601A1B7B1465}"/>
              </a:ext>
            </a:extLst>
          </p:cNvPr>
          <p:cNvSpPr>
            <a:spLocks noGrp="1"/>
          </p:cNvSpPr>
          <p:nvPr>
            <p:ph type="sldNum" sz="quarter" idx="5"/>
          </p:nvPr>
        </p:nvSpPr>
        <p:spPr/>
        <p:txBody>
          <a:bodyPr/>
          <a:lstStyle/>
          <a:p>
            <a:fld id="{EE000EEB-8338-48D7-8EE8-EE0082EF7602}" type="slidenum">
              <a:rPr lang="en-US" smtClean="0"/>
              <a:t>12</a:t>
            </a:fld>
            <a:endParaRPr lang="en-US" dirty="0"/>
          </a:p>
        </p:txBody>
      </p:sp>
    </p:spTree>
    <p:extLst>
      <p:ext uri="{BB962C8B-B14F-4D97-AF65-F5344CB8AC3E}">
        <p14:creationId xmlns:p14="http://schemas.microsoft.com/office/powerpoint/2010/main" val="503871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0F1AF-13E3-1822-1056-C49D96C63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925BC7-7D9F-DB99-2AEE-A4908425DF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2C467F-4119-70B7-6620-EFD00A2B109F}"/>
              </a:ext>
            </a:extLst>
          </p:cNvPr>
          <p:cNvSpPr>
            <a:spLocks noGrp="1"/>
          </p:cNvSpPr>
          <p:nvPr>
            <p:ph type="body" idx="1"/>
          </p:nvPr>
        </p:nvSpPr>
        <p:spPr/>
        <p:txBody>
          <a:bodyPr/>
          <a:lstStyle/>
          <a:p>
            <a:r>
              <a:rPr lang="en-US" dirty="0"/>
              <a:t>Demonstrate the </a:t>
            </a:r>
            <a:r>
              <a:rPr lang="en-US" sz="1200" kern="1200" dirty="0" err="1">
                <a:solidFill>
                  <a:schemeClr val="tx1"/>
                </a:solidFill>
                <a:effectLst/>
                <a:latin typeface="+mn-lt"/>
                <a:ea typeface="+mn-ea"/>
                <a:cs typeface="+mn-cs"/>
              </a:rPr>
              <a:t>AsciiAndUnicode</a:t>
            </a:r>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87492016-2A51-11E0-B759-D59E7C7FFAAF}"/>
              </a:ext>
            </a:extLst>
          </p:cNvPr>
          <p:cNvSpPr>
            <a:spLocks noGrp="1"/>
          </p:cNvSpPr>
          <p:nvPr>
            <p:ph type="sldNum" sz="quarter" idx="5"/>
          </p:nvPr>
        </p:nvSpPr>
        <p:spPr/>
        <p:txBody>
          <a:bodyPr/>
          <a:lstStyle/>
          <a:p>
            <a:fld id="{EE000EEB-8338-48D7-8EE8-EE0082EF7602}" type="slidenum">
              <a:rPr lang="en-US" smtClean="0"/>
              <a:t>13</a:t>
            </a:fld>
            <a:endParaRPr lang="en-US" dirty="0"/>
          </a:p>
        </p:txBody>
      </p:sp>
    </p:spTree>
    <p:extLst>
      <p:ext uri="{BB962C8B-B14F-4D97-AF65-F5344CB8AC3E}">
        <p14:creationId xmlns:p14="http://schemas.microsoft.com/office/powerpoint/2010/main" val="3075899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0DD77-8643-542E-5058-E1C89CDED9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C58D96-E344-36D7-14D3-4728D8ED61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75227B-DE35-7A54-6D3D-4F4B1F8E5548}"/>
              </a:ext>
            </a:extLst>
          </p:cNvPr>
          <p:cNvSpPr>
            <a:spLocks noGrp="1"/>
          </p:cNvSpPr>
          <p:nvPr>
            <p:ph type="body" idx="1"/>
          </p:nvPr>
        </p:nvSpPr>
        <p:spPr/>
        <p:txBody>
          <a:bodyPr/>
          <a:lstStyle/>
          <a:p>
            <a:r>
              <a:rPr lang="en-US" dirty="0"/>
              <a:t>Demonstrate </a:t>
            </a:r>
            <a:r>
              <a:rPr lang="en-US"/>
              <a:t>in scratches.</a:t>
            </a:r>
            <a:endParaRPr lang="en-US" dirty="0"/>
          </a:p>
          <a:p>
            <a:endParaRPr lang="en-US" dirty="0"/>
          </a:p>
        </p:txBody>
      </p:sp>
      <p:sp>
        <p:nvSpPr>
          <p:cNvPr id="4" name="Slide Number Placeholder 3">
            <a:extLst>
              <a:ext uri="{FF2B5EF4-FFF2-40B4-BE49-F238E27FC236}">
                <a16:creationId xmlns:a16="http://schemas.microsoft.com/office/drawing/2014/main" id="{00ECA34E-941C-4900-5ECD-2FA0476EB65E}"/>
              </a:ext>
            </a:extLst>
          </p:cNvPr>
          <p:cNvSpPr>
            <a:spLocks noGrp="1"/>
          </p:cNvSpPr>
          <p:nvPr>
            <p:ph type="sldNum" sz="quarter" idx="5"/>
          </p:nvPr>
        </p:nvSpPr>
        <p:spPr/>
        <p:txBody>
          <a:bodyPr/>
          <a:lstStyle/>
          <a:p>
            <a:fld id="{EE000EEB-8338-48D7-8EE8-EE0082EF7602}" type="slidenum">
              <a:rPr lang="en-US" smtClean="0"/>
              <a:t>14</a:t>
            </a:fld>
            <a:endParaRPr lang="en-US" dirty="0"/>
          </a:p>
        </p:txBody>
      </p:sp>
    </p:spTree>
    <p:extLst>
      <p:ext uri="{BB962C8B-B14F-4D97-AF65-F5344CB8AC3E}">
        <p14:creationId xmlns:p14="http://schemas.microsoft.com/office/powerpoint/2010/main" val="571188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D54EB-99A3-728D-449E-BE8A2CFD51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603F3-9C65-329C-ADB5-71F9477CD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3E9876-E70E-6858-2459-0CBFFEABD52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Demonstrate the </a:t>
            </a:r>
            <a:r>
              <a:rPr lang="en-US" sz="1200" kern="1200" dirty="0" err="1">
                <a:solidFill>
                  <a:schemeClr val="tx1"/>
                </a:solidFill>
                <a:effectLst/>
                <a:latin typeface="+mn-lt"/>
                <a:ea typeface="+mn-ea"/>
                <a:cs typeface="+mn-cs"/>
              </a:rPr>
              <a:t>CastingCharToNumeric</a:t>
            </a:r>
            <a:endParaRPr lang="en-US" sz="1200" kern="1200" dirty="0">
              <a:solidFill>
                <a:schemeClr val="tx1"/>
              </a:solidFill>
              <a:effectLst/>
              <a:latin typeface="+mn-lt"/>
              <a:ea typeface="+mn-ea"/>
              <a:cs typeface="+mn-cs"/>
            </a:endParaRP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8F5120C-AE06-431A-0CFA-0B7384F4A4AB}"/>
              </a:ext>
            </a:extLst>
          </p:cNvPr>
          <p:cNvSpPr>
            <a:spLocks noGrp="1"/>
          </p:cNvSpPr>
          <p:nvPr>
            <p:ph type="sldNum" sz="quarter" idx="5"/>
          </p:nvPr>
        </p:nvSpPr>
        <p:spPr/>
        <p:txBody>
          <a:bodyPr/>
          <a:lstStyle/>
          <a:p>
            <a:fld id="{EE000EEB-8338-48D7-8EE8-EE0082EF7602}" type="slidenum">
              <a:rPr lang="en-US" smtClean="0"/>
              <a:t>15</a:t>
            </a:fld>
            <a:endParaRPr lang="en-US" dirty="0"/>
          </a:p>
        </p:txBody>
      </p:sp>
    </p:spTree>
    <p:extLst>
      <p:ext uri="{BB962C8B-B14F-4D97-AF65-F5344CB8AC3E}">
        <p14:creationId xmlns:p14="http://schemas.microsoft.com/office/powerpoint/2010/main" val="2107051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446B8-8C44-2BD7-7DD8-C91BC31CB0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751CBB-54BD-1B9D-B628-1F0C55C4EC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CBD145-CA89-5788-CBAE-B0CB994CE086}"/>
              </a:ext>
            </a:extLst>
          </p:cNvPr>
          <p:cNvSpPr>
            <a:spLocks noGrp="1"/>
          </p:cNvSpPr>
          <p:nvPr>
            <p:ph type="body" idx="1"/>
          </p:nvPr>
        </p:nvSpPr>
        <p:spPr/>
        <p:txBody>
          <a:bodyPr/>
          <a:lstStyle/>
          <a:p>
            <a:r>
              <a:rPr lang="en-US" dirty="0"/>
              <a:t>Demonstrate the Casting class</a:t>
            </a:r>
          </a:p>
          <a:p>
            <a:endParaRPr lang="en-US" dirty="0"/>
          </a:p>
          <a:p>
            <a:endParaRPr lang="en-US" dirty="0"/>
          </a:p>
        </p:txBody>
      </p:sp>
      <p:sp>
        <p:nvSpPr>
          <p:cNvPr id="4" name="Slide Number Placeholder 3">
            <a:extLst>
              <a:ext uri="{FF2B5EF4-FFF2-40B4-BE49-F238E27FC236}">
                <a16:creationId xmlns:a16="http://schemas.microsoft.com/office/drawing/2014/main" id="{1E8318A5-2014-ACC3-E5E3-88D796EA6C7B}"/>
              </a:ext>
            </a:extLst>
          </p:cNvPr>
          <p:cNvSpPr>
            <a:spLocks noGrp="1"/>
          </p:cNvSpPr>
          <p:nvPr>
            <p:ph type="sldNum" sz="quarter" idx="5"/>
          </p:nvPr>
        </p:nvSpPr>
        <p:spPr/>
        <p:txBody>
          <a:bodyPr/>
          <a:lstStyle/>
          <a:p>
            <a:fld id="{EE000EEB-8338-48D7-8EE8-EE0082EF7602}" type="slidenum">
              <a:rPr lang="en-US" smtClean="0"/>
              <a:t>16</a:t>
            </a:fld>
            <a:endParaRPr lang="en-US" dirty="0"/>
          </a:p>
        </p:txBody>
      </p:sp>
    </p:spTree>
    <p:extLst>
      <p:ext uri="{BB962C8B-B14F-4D97-AF65-F5344CB8AC3E}">
        <p14:creationId xmlns:p14="http://schemas.microsoft.com/office/powerpoint/2010/main" val="2168459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7DA29-6452-C2A0-90BC-358FC8B40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21331A-1FDA-00A1-0719-D2F692ACF2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D10ED2-6005-B78E-4125-FAD50D225A04}"/>
              </a:ext>
            </a:extLst>
          </p:cNvPr>
          <p:cNvSpPr>
            <a:spLocks noGrp="1"/>
          </p:cNvSpPr>
          <p:nvPr>
            <p:ph type="body" idx="1"/>
          </p:nvPr>
        </p:nvSpPr>
        <p:spPr/>
        <p:txBody>
          <a:bodyPr/>
          <a:lstStyle/>
          <a:p>
            <a:r>
              <a:rPr lang="en-US" dirty="0"/>
              <a:t>Demonstrate the CharacterClassDemo.java</a:t>
            </a:r>
          </a:p>
          <a:p>
            <a:endParaRPr lang="en-US" dirty="0"/>
          </a:p>
        </p:txBody>
      </p:sp>
      <p:sp>
        <p:nvSpPr>
          <p:cNvPr id="4" name="Slide Number Placeholder 3">
            <a:extLst>
              <a:ext uri="{FF2B5EF4-FFF2-40B4-BE49-F238E27FC236}">
                <a16:creationId xmlns:a16="http://schemas.microsoft.com/office/drawing/2014/main" id="{8191990F-D7BB-4695-C0AB-B808DD2912F8}"/>
              </a:ext>
            </a:extLst>
          </p:cNvPr>
          <p:cNvSpPr>
            <a:spLocks noGrp="1"/>
          </p:cNvSpPr>
          <p:nvPr>
            <p:ph type="sldNum" sz="quarter" idx="5"/>
          </p:nvPr>
        </p:nvSpPr>
        <p:spPr/>
        <p:txBody>
          <a:bodyPr/>
          <a:lstStyle/>
          <a:p>
            <a:fld id="{EE000EEB-8338-48D7-8EE8-EE0082EF7602}" type="slidenum">
              <a:rPr lang="en-US" smtClean="0"/>
              <a:t>17</a:t>
            </a:fld>
            <a:endParaRPr lang="en-US" dirty="0"/>
          </a:p>
        </p:txBody>
      </p:sp>
    </p:spTree>
    <p:extLst>
      <p:ext uri="{BB962C8B-B14F-4D97-AF65-F5344CB8AC3E}">
        <p14:creationId xmlns:p14="http://schemas.microsoft.com/office/powerpoint/2010/main" val="1246989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EC0D7-6A96-1B6D-5970-3E9DF28A49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6E3E0-FD26-DFAB-FD3F-A7C8C87C56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D4488B-9BBE-421A-DF8E-E53EAD202512}"/>
              </a:ext>
            </a:extLst>
          </p:cNvPr>
          <p:cNvSpPr>
            <a:spLocks noGrp="1"/>
          </p:cNvSpPr>
          <p:nvPr>
            <p:ph type="body" idx="1"/>
          </p:nvPr>
        </p:nvSpPr>
        <p:spPr/>
        <p:txBody>
          <a:bodyPr/>
          <a:lstStyle/>
          <a:p>
            <a:r>
              <a:rPr lang="en-US" dirty="0"/>
              <a:t>Demonstrate the CharacterClassDemo.java</a:t>
            </a:r>
          </a:p>
          <a:p>
            <a:endParaRPr lang="en-US" dirty="0"/>
          </a:p>
        </p:txBody>
      </p:sp>
      <p:sp>
        <p:nvSpPr>
          <p:cNvPr id="4" name="Slide Number Placeholder 3">
            <a:extLst>
              <a:ext uri="{FF2B5EF4-FFF2-40B4-BE49-F238E27FC236}">
                <a16:creationId xmlns:a16="http://schemas.microsoft.com/office/drawing/2014/main" id="{E8A6E3A1-2F1F-DA96-6FDB-1E31BEA1DBB0}"/>
              </a:ext>
            </a:extLst>
          </p:cNvPr>
          <p:cNvSpPr>
            <a:spLocks noGrp="1"/>
          </p:cNvSpPr>
          <p:nvPr>
            <p:ph type="sldNum" sz="quarter" idx="5"/>
          </p:nvPr>
        </p:nvSpPr>
        <p:spPr/>
        <p:txBody>
          <a:bodyPr/>
          <a:lstStyle/>
          <a:p>
            <a:fld id="{EE000EEB-8338-48D7-8EE8-EE0082EF7602}" type="slidenum">
              <a:rPr lang="en-US" smtClean="0"/>
              <a:t>18</a:t>
            </a:fld>
            <a:endParaRPr lang="en-US" dirty="0"/>
          </a:p>
        </p:txBody>
      </p:sp>
    </p:spTree>
    <p:extLst>
      <p:ext uri="{BB962C8B-B14F-4D97-AF65-F5344CB8AC3E}">
        <p14:creationId xmlns:p14="http://schemas.microsoft.com/office/powerpoint/2010/main" val="28455622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ED79D-0C0C-C59A-F2C3-37F30775E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4F8E45-EB5A-8ED2-D5C5-C1724BE4F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4B9B5A-318C-F951-05DA-AF406F433FB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Demonstrate the </a:t>
            </a:r>
            <a:r>
              <a:rPr lang="en-US" sz="1200" kern="1200" dirty="0">
                <a:solidFill>
                  <a:schemeClr val="tx1"/>
                </a:solidFill>
                <a:effectLst/>
                <a:latin typeface="+mn-lt"/>
                <a:ea typeface="+mn-ea"/>
                <a:cs typeface="+mn-cs"/>
              </a:rPr>
              <a:t>StringComparison</a:t>
            </a:r>
            <a:r>
              <a:rPr lang="en-US" dirty="0"/>
              <a:t>.java</a:t>
            </a:r>
          </a:p>
          <a:p>
            <a:endParaRPr lang="en-US" dirty="0"/>
          </a:p>
        </p:txBody>
      </p:sp>
      <p:sp>
        <p:nvSpPr>
          <p:cNvPr id="4" name="Slide Number Placeholder 3">
            <a:extLst>
              <a:ext uri="{FF2B5EF4-FFF2-40B4-BE49-F238E27FC236}">
                <a16:creationId xmlns:a16="http://schemas.microsoft.com/office/drawing/2014/main" id="{A2696D0C-77D5-86C9-F8F3-9BE084ABEA1C}"/>
              </a:ext>
            </a:extLst>
          </p:cNvPr>
          <p:cNvSpPr>
            <a:spLocks noGrp="1"/>
          </p:cNvSpPr>
          <p:nvPr>
            <p:ph type="sldNum" sz="quarter" idx="5"/>
          </p:nvPr>
        </p:nvSpPr>
        <p:spPr/>
        <p:txBody>
          <a:bodyPr/>
          <a:lstStyle/>
          <a:p>
            <a:fld id="{EE000EEB-8338-48D7-8EE8-EE0082EF7602}" type="slidenum">
              <a:rPr lang="en-US" smtClean="0"/>
              <a:t>19</a:t>
            </a:fld>
            <a:endParaRPr lang="en-US" dirty="0"/>
          </a:p>
        </p:txBody>
      </p:sp>
    </p:spTree>
    <p:extLst>
      <p:ext uri="{BB962C8B-B14F-4D97-AF65-F5344CB8AC3E}">
        <p14:creationId xmlns:p14="http://schemas.microsoft.com/office/powerpoint/2010/main" val="11939935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2E5BE-DAB6-1987-7C8D-55FDB2C6B0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C7CB78-6C8E-8BE8-D680-1D58CC0689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3C23C6-A942-1677-091C-B102EF6E704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Explain substrings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Demonstrate the </a:t>
            </a:r>
            <a:r>
              <a:rPr lang="en-US" sz="1200" kern="1200" dirty="0">
                <a:solidFill>
                  <a:schemeClr val="tx1"/>
                </a:solidFill>
                <a:effectLst/>
                <a:latin typeface="+mn-lt"/>
                <a:ea typeface="+mn-ea"/>
                <a:cs typeface="+mn-cs"/>
              </a:rPr>
              <a:t>StringComparison</a:t>
            </a:r>
            <a:r>
              <a:rPr lang="en-US" dirty="0"/>
              <a:t>.java</a:t>
            </a:r>
          </a:p>
          <a:p>
            <a:endParaRPr lang="en-US" dirty="0"/>
          </a:p>
        </p:txBody>
      </p:sp>
      <p:sp>
        <p:nvSpPr>
          <p:cNvPr id="4" name="Slide Number Placeholder 3">
            <a:extLst>
              <a:ext uri="{FF2B5EF4-FFF2-40B4-BE49-F238E27FC236}">
                <a16:creationId xmlns:a16="http://schemas.microsoft.com/office/drawing/2014/main" id="{5BA0DEF0-0478-E48F-AA8D-91AD20A7A896}"/>
              </a:ext>
            </a:extLst>
          </p:cNvPr>
          <p:cNvSpPr>
            <a:spLocks noGrp="1"/>
          </p:cNvSpPr>
          <p:nvPr>
            <p:ph type="sldNum" sz="quarter" idx="5"/>
          </p:nvPr>
        </p:nvSpPr>
        <p:spPr/>
        <p:txBody>
          <a:bodyPr/>
          <a:lstStyle/>
          <a:p>
            <a:fld id="{EE000EEB-8338-48D7-8EE8-EE0082EF7602}" type="slidenum">
              <a:rPr lang="en-US" smtClean="0"/>
              <a:t>20</a:t>
            </a:fld>
            <a:endParaRPr lang="en-US" dirty="0"/>
          </a:p>
        </p:txBody>
      </p:sp>
    </p:spTree>
    <p:extLst>
      <p:ext uri="{BB962C8B-B14F-4D97-AF65-F5344CB8AC3E}">
        <p14:creationId xmlns:p14="http://schemas.microsoft.com/office/powerpoint/2010/main" val="34320425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7D644-0DE0-4C61-8ACC-E7BB0A63C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C3D3A-E6E0-3D24-7B4C-C3EBC7DF92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FBB64A-AB5E-4695-6DCA-EE7AA9340C3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Explain the differences between chars and Strings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Demonstrate the </a:t>
            </a:r>
            <a:r>
              <a:rPr lang="en-US" sz="1200" kern="1200" dirty="0">
                <a:solidFill>
                  <a:schemeClr val="tx1"/>
                </a:solidFill>
                <a:effectLst/>
                <a:latin typeface="+mn-lt"/>
                <a:ea typeface="+mn-ea"/>
                <a:cs typeface="+mn-cs"/>
              </a:rPr>
              <a:t>IndexOfExamples</a:t>
            </a:r>
            <a:r>
              <a:rPr lang="en-US" dirty="0"/>
              <a:t>.java</a:t>
            </a:r>
          </a:p>
          <a:p>
            <a:endParaRPr lang="en-US" dirty="0"/>
          </a:p>
        </p:txBody>
      </p:sp>
      <p:sp>
        <p:nvSpPr>
          <p:cNvPr id="4" name="Slide Number Placeholder 3">
            <a:extLst>
              <a:ext uri="{FF2B5EF4-FFF2-40B4-BE49-F238E27FC236}">
                <a16:creationId xmlns:a16="http://schemas.microsoft.com/office/drawing/2014/main" id="{CEBA1B64-9E77-6598-6CCB-322F155C6E89}"/>
              </a:ext>
            </a:extLst>
          </p:cNvPr>
          <p:cNvSpPr>
            <a:spLocks noGrp="1"/>
          </p:cNvSpPr>
          <p:nvPr>
            <p:ph type="sldNum" sz="quarter" idx="5"/>
          </p:nvPr>
        </p:nvSpPr>
        <p:spPr/>
        <p:txBody>
          <a:bodyPr/>
          <a:lstStyle/>
          <a:p>
            <a:fld id="{EE000EEB-8338-48D7-8EE8-EE0082EF7602}" type="slidenum">
              <a:rPr lang="en-US" smtClean="0"/>
              <a:t>21</a:t>
            </a:fld>
            <a:endParaRPr lang="en-US" dirty="0"/>
          </a:p>
        </p:txBody>
      </p:sp>
    </p:spTree>
    <p:extLst>
      <p:ext uri="{BB962C8B-B14F-4D97-AF65-F5344CB8AC3E}">
        <p14:creationId xmlns:p14="http://schemas.microsoft.com/office/powerpoint/2010/main" val="151370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1AAEB-A91A-527C-9F54-CB82A7175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6084BD-0061-C74D-33F0-BC37F6526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086E91-C802-FD76-1DB1-6BD26D02F5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Explain the differences between chars and Strings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Demonstrate the </a:t>
            </a:r>
            <a:r>
              <a:rPr lang="en-US" sz="1200" kern="1200" dirty="0">
                <a:solidFill>
                  <a:schemeClr val="tx1"/>
                </a:solidFill>
                <a:effectLst/>
                <a:latin typeface="+mn-lt"/>
                <a:ea typeface="+mn-ea"/>
                <a:cs typeface="+mn-cs"/>
              </a:rPr>
              <a:t>IndexOfExamples</a:t>
            </a:r>
            <a:r>
              <a:rPr lang="en-US" dirty="0"/>
              <a:t>.java</a:t>
            </a:r>
          </a:p>
          <a:p>
            <a:endParaRPr lang="en-US" dirty="0"/>
          </a:p>
        </p:txBody>
      </p:sp>
      <p:sp>
        <p:nvSpPr>
          <p:cNvPr id="4" name="Slide Number Placeholder 3">
            <a:extLst>
              <a:ext uri="{FF2B5EF4-FFF2-40B4-BE49-F238E27FC236}">
                <a16:creationId xmlns:a16="http://schemas.microsoft.com/office/drawing/2014/main" id="{EF771CC1-EC92-6040-8702-50540CB7D567}"/>
              </a:ext>
            </a:extLst>
          </p:cNvPr>
          <p:cNvSpPr>
            <a:spLocks noGrp="1"/>
          </p:cNvSpPr>
          <p:nvPr>
            <p:ph type="sldNum" sz="quarter" idx="5"/>
          </p:nvPr>
        </p:nvSpPr>
        <p:spPr/>
        <p:txBody>
          <a:bodyPr/>
          <a:lstStyle/>
          <a:p>
            <a:fld id="{EE000EEB-8338-48D7-8EE8-EE0082EF7602}" type="slidenum">
              <a:rPr lang="en-US" smtClean="0"/>
              <a:t>22</a:t>
            </a:fld>
            <a:endParaRPr lang="en-US" dirty="0"/>
          </a:p>
        </p:txBody>
      </p:sp>
    </p:spTree>
    <p:extLst>
      <p:ext uri="{BB962C8B-B14F-4D97-AF65-F5344CB8AC3E}">
        <p14:creationId xmlns:p14="http://schemas.microsoft.com/office/powerpoint/2010/main" val="26331368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CA084-244A-70E1-C738-17E16368C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206ACF-FC7E-D945-B9B9-DE77403F9A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77DF6D-E2FC-CA32-BA6A-A75BE12551C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Speak on how Strings are heavily used in Java programming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GuessBirthday</a:t>
            </a:r>
            <a:endParaRPr lang="en-US" dirty="0"/>
          </a:p>
        </p:txBody>
      </p:sp>
      <p:sp>
        <p:nvSpPr>
          <p:cNvPr id="4" name="Slide Number Placeholder 3">
            <a:extLst>
              <a:ext uri="{FF2B5EF4-FFF2-40B4-BE49-F238E27FC236}">
                <a16:creationId xmlns:a16="http://schemas.microsoft.com/office/drawing/2014/main" id="{BBA8A80F-FD0C-5E75-382A-547490794F2A}"/>
              </a:ext>
            </a:extLst>
          </p:cNvPr>
          <p:cNvSpPr>
            <a:spLocks noGrp="1"/>
          </p:cNvSpPr>
          <p:nvPr>
            <p:ph type="sldNum" sz="quarter" idx="5"/>
          </p:nvPr>
        </p:nvSpPr>
        <p:spPr/>
        <p:txBody>
          <a:bodyPr/>
          <a:lstStyle/>
          <a:p>
            <a:fld id="{EE000EEB-8338-48D7-8EE8-EE0082EF7602}" type="slidenum">
              <a:rPr lang="en-US" smtClean="0"/>
              <a:t>23</a:t>
            </a:fld>
            <a:endParaRPr lang="en-US" dirty="0"/>
          </a:p>
        </p:txBody>
      </p:sp>
    </p:spTree>
    <p:extLst>
      <p:ext uri="{BB962C8B-B14F-4D97-AF65-F5344CB8AC3E}">
        <p14:creationId xmlns:p14="http://schemas.microsoft.com/office/powerpoint/2010/main" val="24724342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0C4B3-CE52-9ABE-CB1A-A188B7659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7C7187-3627-212A-5F2F-BA043F9DDF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232C1-10B5-8114-4AD9-0B077EC0B3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Explain the differences between chars and Strings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Demonstrate the </a:t>
            </a:r>
            <a:r>
              <a:rPr lang="en-US" sz="1200" kern="1200" dirty="0">
                <a:solidFill>
                  <a:schemeClr val="tx1"/>
                </a:solidFill>
                <a:effectLst/>
                <a:latin typeface="+mn-lt"/>
                <a:ea typeface="+mn-ea"/>
                <a:cs typeface="+mn-cs"/>
              </a:rPr>
              <a:t>IndexOfExamples</a:t>
            </a:r>
            <a:r>
              <a:rPr lang="en-US" dirty="0"/>
              <a:t>.java</a:t>
            </a:r>
          </a:p>
          <a:p>
            <a:endParaRPr lang="en-US" dirty="0"/>
          </a:p>
        </p:txBody>
      </p:sp>
      <p:sp>
        <p:nvSpPr>
          <p:cNvPr id="4" name="Slide Number Placeholder 3">
            <a:extLst>
              <a:ext uri="{FF2B5EF4-FFF2-40B4-BE49-F238E27FC236}">
                <a16:creationId xmlns:a16="http://schemas.microsoft.com/office/drawing/2014/main" id="{48A59656-78AD-E0CA-AFD1-778731239B2D}"/>
              </a:ext>
            </a:extLst>
          </p:cNvPr>
          <p:cNvSpPr>
            <a:spLocks noGrp="1"/>
          </p:cNvSpPr>
          <p:nvPr>
            <p:ph type="sldNum" sz="quarter" idx="5"/>
          </p:nvPr>
        </p:nvSpPr>
        <p:spPr/>
        <p:txBody>
          <a:bodyPr/>
          <a:lstStyle/>
          <a:p>
            <a:fld id="{EE000EEB-8338-48D7-8EE8-EE0082EF7602}" type="slidenum">
              <a:rPr lang="en-US" smtClean="0"/>
              <a:t>24</a:t>
            </a:fld>
            <a:endParaRPr lang="en-US" dirty="0"/>
          </a:p>
        </p:txBody>
      </p:sp>
    </p:spTree>
    <p:extLst>
      <p:ext uri="{BB962C8B-B14F-4D97-AF65-F5344CB8AC3E}">
        <p14:creationId xmlns:p14="http://schemas.microsoft.com/office/powerpoint/2010/main" val="33414986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EC99E-0018-6CAD-0BFB-87F685B83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9BB7A8-39A9-6EA1-A63C-CFBB2D543D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4F7AA4-E7B8-06EC-8F7F-E128E54E32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C865E2-9DFE-1CF1-9061-69C5381983C5}"/>
              </a:ext>
            </a:extLst>
          </p:cNvPr>
          <p:cNvSpPr>
            <a:spLocks noGrp="1"/>
          </p:cNvSpPr>
          <p:nvPr>
            <p:ph type="sldNum" sz="quarter" idx="5"/>
          </p:nvPr>
        </p:nvSpPr>
        <p:spPr/>
        <p:txBody>
          <a:bodyPr/>
          <a:lstStyle/>
          <a:p>
            <a:fld id="{EE000EEB-8338-48D7-8EE8-EE0082EF7602}" type="slidenum">
              <a:rPr lang="en-US" smtClean="0"/>
              <a:t>25</a:t>
            </a:fld>
            <a:endParaRPr lang="en-US" dirty="0"/>
          </a:p>
        </p:txBody>
      </p:sp>
    </p:spTree>
    <p:extLst>
      <p:ext uri="{BB962C8B-B14F-4D97-AF65-F5344CB8AC3E}">
        <p14:creationId xmlns:p14="http://schemas.microsoft.com/office/powerpoint/2010/main" val="35762613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E9F3A-B380-1496-3F65-3C57BF7BF4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D0C20-C1ED-951E-C964-182FE39F85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6416EB-A8BA-4AC2-4121-CE2D205CB6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C04620-A928-ADC9-4290-6E3C36D7D949}"/>
              </a:ext>
            </a:extLst>
          </p:cNvPr>
          <p:cNvSpPr>
            <a:spLocks noGrp="1"/>
          </p:cNvSpPr>
          <p:nvPr>
            <p:ph type="sldNum" sz="quarter" idx="5"/>
          </p:nvPr>
        </p:nvSpPr>
        <p:spPr/>
        <p:txBody>
          <a:bodyPr/>
          <a:lstStyle/>
          <a:p>
            <a:fld id="{EE000EEB-8338-48D7-8EE8-EE0082EF7602}" type="slidenum">
              <a:rPr lang="en-US" smtClean="0"/>
              <a:t>26</a:t>
            </a:fld>
            <a:endParaRPr lang="en-US" dirty="0"/>
          </a:p>
        </p:txBody>
      </p:sp>
    </p:spTree>
    <p:extLst>
      <p:ext uri="{BB962C8B-B14F-4D97-AF65-F5344CB8AC3E}">
        <p14:creationId xmlns:p14="http://schemas.microsoft.com/office/powerpoint/2010/main" val="5909469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52A41-B0DC-5566-479A-B5A66FC96B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EF422-F94A-0A54-5D8C-4AC31183C8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231A57-3D68-B04B-2BDD-DC7EE68778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A21A95-899D-9D76-0F08-FBED5B18A27F}"/>
              </a:ext>
            </a:extLst>
          </p:cNvPr>
          <p:cNvSpPr>
            <a:spLocks noGrp="1"/>
          </p:cNvSpPr>
          <p:nvPr>
            <p:ph type="sldNum" sz="quarter" idx="5"/>
          </p:nvPr>
        </p:nvSpPr>
        <p:spPr/>
        <p:txBody>
          <a:bodyPr/>
          <a:lstStyle/>
          <a:p>
            <a:fld id="{EE000EEB-8338-48D7-8EE8-EE0082EF7602}" type="slidenum">
              <a:rPr lang="en-US" smtClean="0"/>
              <a:t>27</a:t>
            </a:fld>
            <a:endParaRPr lang="en-US" dirty="0"/>
          </a:p>
        </p:txBody>
      </p:sp>
    </p:spTree>
    <p:extLst>
      <p:ext uri="{BB962C8B-B14F-4D97-AF65-F5344CB8AC3E}">
        <p14:creationId xmlns:p14="http://schemas.microsoft.com/office/powerpoint/2010/main" val="4886954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63FE6-2313-524F-9227-BA54C19B37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F595D6-DCAC-3E9D-8E1A-8F0C724B9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76F3BA-53F6-C09A-2CAB-5534FF7715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12B853-990B-4C36-0044-A1E4A37FEDA2}"/>
              </a:ext>
            </a:extLst>
          </p:cNvPr>
          <p:cNvSpPr>
            <a:spLocks noGrp="1"/>
          </p:cNvSpPr>
          <p:nvPr>
            <p:ph type="sldNum" sz="quarter" idx="5"/>
          </p:nvPr>
        </p:nvSpPr>
        <p:spPr/>
        <p:txBody>
          <a:bodyPr/>
          <a:lstStyle/>
          <a:p>
            <a:fld id="{EE000EEB-8338-48D7-8EE8-EE0082EF7602}" type="slidenum">
              <a:rPr lang="en-US" smtClean="0"/>
              <a:t>28</a:t>
            </a:fld>
            <a:endParaRPr lang="en-US" dirty="0"/>
          </a:p>
        </p:txBody>
      </p:sp>
    </p:spTree>
    <p:extLst>
      <p:ext uri="{BB962C8B-B14F-4D97-AF65-F5344CB8AC3E}">
        <p14:creationId xmlns:p14="http://schemas.microsoft.com/office/powerpoint/2010/main" val="3701957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2/4/2026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2/4/2026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2/4/2026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2/4/2026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2/4/2026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2/4/2026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16.png"/><Relationship Id="rId4" Type="http://schemas.openxmlformats.org/officeDocument/2006/relationships/customXml" Target="../ink/ink1.xml"/><Relationship Id="rId9"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5" name="Picture 4" descr="chain links">
            <a:extLst>
              <a:ext uri="{FF2B5EF4-FFF2-40B4-BE49-F238E27FC236}">
                <a16:creationId xmlns:a16="http://schemas.microsoft.com/office/drawing/2014/main" id="{A4511EBC-2F3C-446D-867B-7DC328517A44}"/>
              </a:ext>
            </a:extLst>
          </p:cNvPr>
          <p:cNvPicPr>
            <a:picLocks noChangeAspect="1"/>
          </p:cNvPicPr>
          <p:nvPr/>
        </p:nvPicPr>
        <p:blipFill rotWithShape="1">
          <a:blip r:embed="rId4">
            <a:duotone>
              <a:prstClr val="black"/>
              <a:schemeClr val="accent5">
                <a:tint val="45000"/>
                <a:satMod val="400000"/>
              </a:schemeClr>
            </a:duotone>
            <a:alphaModFix amt="25000"/>
          </a:blip>
          <a:srcRect t="23391" r="9091"/>
          <a:stretch/>
        </p:blipFill>
        <p:spPr>
          <a:xfrm>
            <a:off x="20" y="10"/>
            <a:ext cx="12191980" cy="6857990"/>
          </a:xfrm>
          <a:prstGeom prst="rect">
            <a:avLst/>
          </a:prstGeom>
        </p:spPr>
      </p:pic>
      <p:sp>
        <p:nvSpPr>
          <p:cNvPr id="2" name="Title 1">
            <a:extLst>
              <a:ext uri="{FF2B5EF4-FFF2-40B4-BE49-F238E27FC236}">
                <a16:creationId xmlns:a16="http://schemas.microsoft.com/office/drawing/2014/main" id="{3D30D32A-359B-41BB-9746-2CF3A21EEFFC}"/>
              </a:ext>
            </a:extLst>
          </p:cNvPr>
          <p:cNvSpPr>
            <a:spLocks noGrp="1"/>
          </p:cNvSpPr>
          <p:nvPr>
            <p:ph type="ctrTitle"/>
          </p:nvPr>
        </p:nvSpPr>
        <p:spPr>
          <a:xfrm>
            <a:off x="1092325" y="1447800"/>
            <a:ext cx="8825658" cy="3329581"/>
          </a:xfrm>
        </p:spPr>
        <p:txBody>
          <a:bodyPr>
            <a:normAutofit/>
          </a:bodyPr>
          <a:lstStyle/>
          <a:p>
            <a:r>
              <a:rPr lang="en-US" sz="6600" dirty="0"/>
              <a:t>Java Programming I</a:t>
            </a:r>
            <a:endParaRPr lang="ru-RU" sz="6600" dirty="0"/>
          </a:p>
        </p:txBody>
      </p:sp>
      <p:sp>
        <p:nvSpPr>
          <p:cNvPr id="3" name="Subtitle 2">
            <a:extLst>
              <a:ext uri="{FF2B5EF4-FFF2-40B4-BE49-F238E27FC236}">
                <a16:creationId xmlns:a16="http://schemas.microsoft.com/office/drawing/2014/main" id="{B4CA222A-88BC-48F4-9AE8-2115B7D1E6DC}"/>
              </a:ext>
            </a:extLst>
          </p:cNvPr>
          <p:cNvSpPr>
            <a:spLocks noGrp="1"/>
          </p:cNvSpPr>
          <p:nvPr>
            <p:ph type="subTitle" idx="1"/>
          </p:nvPr>
        </p:nvSpPr>
        <p:spPr>
          <a:xfrm>
            <a:off x="1154955" y="4777380"/>
            <a:ext cx="8825658" cy="861420"/>
          </a:xfrm>
        </p:spPr>
        <p:txBody>
          <a:bodyPr>
            <a:normAutofit fontScale="85000" lnSpcReduction="20000"/>
          </a:bodyPr>
          <a:lstStyle/>
          <a:p>
            <a:r>
              <a:rPr lang="en-US" sz="3600" dirty="0"/>
              <a:t>Cist2371 – lesson4 (</a:t>
            </a:r>
            <a:r>
              <a:rPr lang="en-US" sz="3600" b="1" dirty="0"/>
              <a:t>Mathematical functions, characters, and strings</a:t>
            </a:r>
            <a:r>
              <a:rPr lang="en-US" sz="3600" dirty="0"/>
              <a:t>)</a:t>
            </a:r>
          </a:p>
        </p:txBody>
      </p:sp>
      <p:sp>
        <p:nvSpPr>
          <p:cNvPr id="20" name="Rectangle 19">
            <a:extLst>
              <a:ext uri="{FF2B5EF4-FFF2-40B4-BE49-F238E27FC236}">
                <a16:creationId xmlns:a16="http://schemas.microsoft.com/office/drawing/2014/main" id="{318E9D62-7BA3-4D5E-8915-0D0E8661E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93000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553FA-8622-2F4A-F005-4DAFBBCC452C}"/>
              </a:ext>
            </a:extLst>
          </p:cNvPr>
          <p:cNvSpPr>
            <a:spLocks noGrp="1"/>
          </p:cNvSpPr>
          <p:nvPr>
            <p:ph type="title"/>
          </p:nvPr>
        </p:nvSpPr>
        <p:spPr/>
        <p:txBody>
          <a:bodyPr/>
          <a:lstStyle/>
          <a:p>
            <a:r>
              <a:rPr lang="en-US" dirty="0"/>
              <a:t>4.1 Objectives</a:t>
            </a:r>
          </a:p>
        </p:txBody>
      </p:sp>
      <p:sp>
        <p:nvSpPr>
          <p:cNvPr id="4" name="Rectangle 1">
            <a:extLst>
              <a:ext uri="{FF2B5EF4-FFF2-40B4-BE49-F238E27FC236}">
                <a16:creationId xmlns:a16="http://schemas.microsoft.com/office/drawing/2014/main" id="{D3927F6D-C375-DABC-DF09-0E9E67157D53}"/>
              </a:ext>
            </a:extLst>
          </p:cNvPr>
          <p:cNvSpPr>
            <a:spLocks noGrp="1" noChangeArrowheads="1"/>
          </p:cNvSpPr>
          <p:nvPr>
            <p:ph idx="1"/>
          </p:nvPr>
        </p:nvSpPr>
        <p:spPr bwMode="auto">
          <a:xfrm>
            <a:off x="725625" y="1330358"/>
            <a:ext cx="10445958"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4.1 To solve mathematical problems by using the methods in the </a:t>
            </a:r>
            <a:r>
              <a:rPr kumimoji="0" lang="en-US" altLang="en-US" sz="2400" b="1" i="0" u="sng" strike="noStrike" cap="none" normalizeH="0" baseline="0" dirty="0">
                <a:ln>
                  <a:noFill/>
                </a:ln>
                <a:solidFill>
                  <a:schemeClr val="accent1">
                    <a:lumMod val="60000"/>
                    <a:lumOff val="40000"/>
                  </a:schemeClr>
                </a:solidFill>
                <a:effectLst/>
                <a:latin typeface="Arial" panose="020B0604020202020204" pitchFamily="34" charset="0"/>
              </a:rPr>
              <a:t>Math</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 class.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4.2 To represent characters using the </a:t>
            </a:r>
            <a:r>
              <a:rPr kumimoji="0" lang="en-US" altLang="en-US" sz="2400" b="1" i="0" u="sng" strike="noStrike" cap="none" normalizeH="0" baseline="0" dirty="0">
                <a:ln>
                  <a:noFill/>
                </a:ln>
                <a:solidFill>
                  <a:schemeClr val="accent1">
                    <a:lumMod val="60000"/>
                    <a:lumOff val="40000"/>
                  </a:schemeClr>
                </a:solidFill>
                <a:effectLst/>
                <a:latin typeface="Arial" panose="020B0604020202020204" pitchFamily="34" charset="0"/>
              </a:rPr>
              <a:t>char</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 type.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4.3 To encode characters using </a:t>
            </a:r>
            <a:r>
              <a:rPr kumimoji="0" lang="en-US" altLang="en-US" sz="2400" b="1" i="0" u="sng" strike="noStrike" cap="none" normalizeH="0" baseline="0" dirty="0">
                <a:ln>
                  <a:noFill/>
                </a:ln>
                <a:solidFill>
                  <a:schemeClr val="accent1">
                    <a:lumMod val="60000"/>
                    <a:lumOff val="40000"/>
                  </a:schemeClr>
                </a:solidFill>
                <a:effectLst/>
                <a:latin typeface="Arial" panose="020B0604020202020204" pitchFamily="34" charset="0"/>
              </a:rPr>
              <a:t>ASCII and Unicode</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4.4 To represent special characters using the escape sequences.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4.5 To cast a numeric value to a character and cast a character to an integer.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4.6 To compare and test characters using the static methods in the </a:t>
            </a:r>
            <a:r>
              <a:rPr kumimoji="0" lang="en-US" altLang="en-US" sz="2400" b="1" i="0" u="sng" strike="noStrike" cap="none" normalizeH="0" baseline="0" dirty="0">
                <a:ln>
                  <a:noFill/>
                </a:ln>
                <a:solidFill>
                  <a:schemeClr val="accent1">
                    <a:lumMod val="60000"/>
                    <a:lumOff val="40000"/>
                  </a:schemeClr>
                </a:solidFill>
                <a:effectLst/>
                <a:latin typeface="Arial" panose="020B0604020202020204" pitchFamily="34" charset="0"/>
              </a:rPr>
              <a:t>Character</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 class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4.7 To introduce </a:t>
            </a:r>
            <a:r>
              <a:rPr kumimoji="0" lang="en-US" altLang="en-US" sz="2400" b="1" i="0" u="sng" strike="noStrike" cap="none" normalizeH="0" baseline="0" dirty="0">
                <a:ln>
                  <a:noFill/>
                </a:ln>
                <a:solidFill>
                  <a:schemeClr val="accent1">
                    <a:lumMod val="60000"/>
                    <a:lumOff val="40000"/>
                  </a:schemeClr>
                </a:solidFill>
                <a:effectLst/>
                <a:latin typeface="Arial" panose="020B0604020202020204" pitchFamily="34" charset="0"/>
              </a:rPr>
              <a:t>objects and instance </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methods.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4.8 To represent strings using the </a:t>
            </a:r>
            <a:r>
              <a:rPr kumimoji="0" lang="en-US" altLang="en-US" sz="2400" b="1" i="0" u="sng" strike="noStrike" cap="none" normalizeH="0" baseline="0" dirty="0">
                <a:ln>
                  <a:noFill/>
                </a:ln>
                <a:solidFill>
                  <a:schemeClr val="accent1">
                    <a:lumMod val="60000"/>
                    <a:lumOff val="40000"/>
                  </a:schemeClr>
                </a:solidFill>
                <a:effectLst/>
                <a:latin typeface="Arial" panose="020B0604020202020204" pitchFamily="34" charset="0"/>
              </a:rPr>
              <a:t>String</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 object.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4.9 To return the string </a:t>
            </a:r>
            <a:r>
              <a:rPr kumimoji="0" lang="en-US" altLang="en-US" sz="2400" b="1" i="0" u="sng" strike="noStrike" cap="none" normalizeH="0" baseline="0" dirty="0">
                <a:ln>
                  <a:noFill/>
                </a:ln>
                <a:solidFill>
                  <a:schemeClr val="accent1">
                    <a:lumMod val="60000"/>
                    <a:lumOff val="40000"/>
                  </a:schemeClr>
                </a:solidFill>
                <a:effectLst/>
                <a:latin typeface="Arial" panose="020B0604020202020204" pitchFamily="34" charset="0"/>
              </a:rPr>
              <a:t>length() </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using the method.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4.10 To return a character in the string using the </a:t>
            </a:r>
            <a:r>
              <a:rPr kumimoji="0" lang="en-US" altLang="en-US" sz="2400" b="1" i="0" u="none" strike="noStrike" cap="none" normalizeH="0" baseline="0" dirty="0" err="1">
                <a:ln>
                  <a:noFill/>
                </a:ln>
                <a:solidFill>
                  <a:schemeClr val="accent1">
                    <a:lumMod val="60000"/>
                    <a:lumOff val="40000"/>
                  </a:schemeClr>
                </a:solidFill>
                <a:effectLst/>
                <a:latin typeface="Arial" panose="020B0604020202020204" pitchFamily="34" charset="0"/>
              </a:rPr>
              <a:t>charAt</a:t>
            </a:r>
            <a:r>
              <a:rPr kumimoji="0" lang="en-US" altLang="en-US" sz="2400" b="1" i="0" u="none" strike="noStrike" cap="none" normalizeH="0" baseline="0" dirty="0">
                <a:ln>
                  <a:noFill/>
                </a:ln>
                <a:solidFill>
                  <a:schemeClr val="accent1">
                    <a:lumMod val="60000"/>
                    <a:lumOff val="40000"/>
                  </a:schemeClr>
                </a:solidFill>
                <a:effectLst/>
                <a:latin typeface="Arial" panose="020B0604020202020204" pitchFamily="34" charset="0"/>
              </a:rPr>
              <a:t>(</a:t>
            </a:r>
            <a:r>
              <a:rPr kumimoji="0" lang="en-US" altLang="en-US" sz="2400" b="1" i="0" u="none" strike="noStrike" cap="none" normalizeH="0" baseline="0" dirty="0" err="1">
                <a:ln>
                  <a:noFill/>
                </a:ln>
                <a:solidFill>
                  <a:schemeClr val="accent1">
                    <a:lumMod val="60000"/>
                    <a:lumOff val="40000"/>
                  </a:schemeClr>
                </a:solidFill>
                <a:effectLst/>
                <a:latin typeface="Arial" panose="020B0604020202020204" pitchFamily="34" charset="0"/>
              </a:rPr>
              <a:t>i</a:t>
            </a:r>
            <a:r>
              <a:rPr kumimoji="0" lang="en-US" altLang="en-US" sz="2400" b="1" i="0" u="none" strike="noStrike" cap="none" normalizeH="0" baseline="0" dirty="0">
                <a:ln>
                  <a:noFill/>
                </a:ln>
                <a:solidFill>
                  <a:schemeClr val="accent1">
                    <a:lumMod val="60000"/>
                    <a:lumOff val="40000"/>
                  </a:schemeClr>
                </a:solidFill>
                <a:effectLst/>
                <a:latin typeface="Arial" panose="020B0604020202020204" pitchFamily="34" charset="0"/>
              </a:rPr>
              <a:t>)</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  method.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4.11 To use the </a:t>
            </a:r>
            <a:r>
              <a:rPr kumimoji="0" lang="en-US" altLang="en-US" sz="2400" b="1" i="0" u="none" strike="noStrike" cap="none" normalizeH="0" baseline="0" dirty="0">
                <a:ln>
                  <a:noFill/>
                </a:ln>
                <a:solidFill>
                  <a:schemeClr val="accent1">
                    <a:lumMod val="60000"/>
                    <a:lumOff val="40000"/>
                  </a:schemeClr>
                </a:solidFill>
                <a:effectLst/>
                <a:latin typeface="Arial" panose="020B0604020202020204" pitchFamily="34" charset="0"/>
              </a:rPr>
              <a:t>+</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 operator to concatenate strings.</a:t>
            </a:r>
          </a:p>
        </p:txBody>
      </p:sp>
    </p:spTree>
    <p:extLst>
      <p:ext uri="{BB962C8B-B14F-4D97-AF65-F5344CB8AC3E}">
        <p14:creationId xmlns:p14="http://schemas.microsoft.com/office/powerpoint/2010/main" val="4211587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6F3A3-B02F-0FA3-0135-44BBCF5E7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CE4B3C-5DC4-A4F4-1080-715F59695CC3}"/>
              </a:ext>
            </a:extLst>
          </p:cNvPr>
          <p:cNvSpPr>
            <a:spLocks noGrp="1"/>
          </p:cNvSpPr>
          <p:nvPr>
            <p:ph type="title"/>
          </p:nvPr>
        </p:nvSpPr>
        <p:spPr/>
        <p:txBody>
          <a:bodyPr/>
          <a:lstStyle/>
          <a:p>
            <a:r>
              <a:rPr lang="en-US" dirty="0"/>
              <a:t>4.1 Objectives (continued)</a:t>
            </a:r>
          </a:p>
        </p:txBody>
      </p:sp>
      <p:sp>
        <p:nvSpPr>
          <p:cNvPr id="4" name="Rectangle 1">
            <a:extLst>
              <a:ext uri="{FF2B5EF4-FFF2-40B4-BE49-F238E27FC236}">
                <a16:creationId xmlns:a16="http://schemas.microsoft.com/office/drawing/2014/main" id="{914CB06E-9C55-C319-093B-D3F2DC6D8D55}"/>
              </a:ext>
            </a:extLst>
          </p:cNvPr>
          <p:cNvSpPr>
            <a:spLocks noGrp="1" noChangeArrowheads="1"/>
          </p:cNvSpPr>
          <p:nvPr>
            <p:ph idx="1"/>
          </p:nvPr>
        </p:nvSpPr>
        <p:spPr bwMode="auto">
          <a:xfrm>
            <a:off x="745503" y="1381638"/>
            <a:ext cx="1044595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4.12 To return an uppercase string or a lowercase string and to trim a string.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4.13 To read strings from the console.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4.14 To read a character from the console.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4.15 To compare strings using the </a:t>
            </a:r>
            <a:r>
              <a:rPr kumimoji="0" lang="en-US" altLang="en-US" sz="2400" b="1" i="0" u="sng" strike="noStrike" cap="none" normalizeH="0" baseline="0" dirty="0">
                <a:ln>
                  <a:noFill/>
                </a:ln>
                <a:solidFill>
                  <a:schemeClr val="accent1">
                    <a:lumMod val="60000"/>
                    <a:lumOff val="40000"/>
                  </a:schemeClr>
                </a:solidFill>
                <a:effectLst/>
                <a:latin typeface="Arial" panose="020B0604020202020204" pitchFamily="34" charset="0"/>
              </a:rPr>
              <a:t>equals()</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 and </a:t>
            </a:r>
            <a:r>
              <a:rPr kumimoji="0" lang="en-US" altLang="en-US" sz="2400" b="1" i="0" u="sng" strike="noStrike" cap="none" normalizeH="0" baseline="0" dirty="0">
                <a:ln>
                  <a:noFill/>
                </a:ln>
                <a:solidFill>
                  <a:schemeClr val="accent1">
                    <a:lumMod val="60000"/>
                    <a:lumOff val="40000"/>
                  </a:schemeClr>
                </a:solidFill>
                <a:effectLst/>
                <a:latin typeface="Arial" panose="020B0604020202020204" pitchFamily="34" charset="0"/>
              </a:rPr>
              <a:t>the </a:t>
            </a:r>
            <a:r>
              <a:rPr kumimoji="0" lang="en-US" altLang="en-US" sz="2400" b="1" i="0" u="sng" strike="noStrike" cap="none" normalizeH="0" baseline="0" dirty="0" err="1">
                <a:ln>
                  <a:noFill/>
                </a:ln>
                <a:solidFill>
                  <a:schemeClr val="accent1">
                    <a:lumMod val="60000"/>
                    <a:lumOff val="40000"/>
                  </a:schemeClr>
                </a:solidFill>
                <a:effectLst/>
                <a:latin typeface="Arial" panose="020B0604020202020204" pitchFamily="34" charset="0"/>
              </a:rPr>
              <a:t>compareTo</a:t>
            </a:r>
            <a:r>
              <a:rPr kumimoji="0" lang="en-US" altLang="en-US" sz="2400" b="1" i="0" u="sng" strike="noStrike" cap="none" normalizeH="0" baseline="0" dirty="0">
                <a:ln>
                  <a:noFill/>
                </a:ln>
                <a:solidFill>
                  <a:schemeClr val="accent1">
                    <a:lumMod val="60000"/>
                    <a:lumOff val="40000"/>
                  </a:schemeClr>
                </a:solidFill>
                <a:effectLst/>
                <a:latin typeface="Arial" panose="020B0604020202020204" pitchFamily="34" charset="0"/>
              </a:rPr>
              <a:t>() </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methods.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4.16 To obtain substrings.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4.17 To find a character or a substring in a string using the </a:t>
            </a:r>
            <a:r>
              <a:rPr kumimoji="0" lang="en-US" altLang="en-US" sz="2400" b="1" i="0" u="sng" strike="noStrike" cap="none" normalizeH="0" baseline="0" dirty="0" err="1">
                <a:ln>
                  <a:noFill/>
                </a:ln>
                <a:solidFill>
                  <a:schemeClr val="accent1">
                    <a:lumMod val="60000"/>
                    <a:lumOff val="40000"/>
                  </a:schemeClr>
                </a:solidFill>
                <a:effectLst/>
                <a:latin typeface="Arial" panose="020B0604020202020204" pitchFamily="34" charset="0"/>
              </a:rPr>
              <a:t>indexOf</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 method.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4.18 To program using characters and strings (</a:t>
            </a:r>
            <a:r>
              <a:rPr kumimoji="0" lang="en-US" altLang="en-US" sz="2400" b="1" i="0" u="none" strike="noStrike" cap="none" normalizeH="0" baseline="0" dirty="0" err="1">
                <a:ln>
                  <a:noFill/>
                </a:ln>
                <a:solidFill>
                  <a:schemeClr val="accent1">
                    <a:lumMod val="60000"/>
                    <a:lumOff val="40000"/>
                  </a:schemeClr>
                </a:solidFill>
                <a:effectLst/>
                <a:latin typeface="Arial" panose="020B0604020202020204" pitchFamily="34" charset="0"/>
              </a:rPr>
              <a:t>GuessBirthDay</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4.19 To convert a hexadecimal character to a decimal value (</a:t>
            </a:r>
            <a:r>
              <a:rPr kumimoji="0" lang="en-US" altLang="en-US" sz="2400" b="1" i="0" u="none" strike="noStrike" cap="none" normalizeH="0" baseline="0" dirty="0">
                <a:ln>
                  <a:noFill/>
                </a:ln>
                <a:solidFill>
                  <a:schemeClr val="accent1">
                    <a:lumMod val="60000"/>
                    <a:lumOff val="40000"/>
                  </a:schemeClr>
                </a:solidFill>
                <a:effectLst/>
                <a:latin typeface="Arial" panose="020B0604020202020204" pitchFamily="34" charset="0"/>
              </a:rPr>
              <a:t>HexDigit2Dec</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4.20 To revise the lottery program using strings (</a:t>
            </a:r>
            <a:r>
              <a:rPr kumimoji="0" lang="en-US" altLang="en-US" sz="2400" b="1" i="0" u="none" strike="noStrike" cap="none" normalizeH="0" baseline="0" dirty="0" err="1">
                <a:ln>
                  <a:noFill/>
                </a:ln>
                <a:solidFill>
                  <a:schemeClr val="accent1">
                    <a:lumMod val="60000"/>
                    <a:lumOff val="40000"/>
                  </a:schemeClr>
                </a:solidFill>
                <a:effectLst/>
                <a:latin typeface="Arial" panose="020B0604020202020204" pitchFamily="34" charset="0"/>
              </a:rPr>
              <a:t>LotteryUsingStrings</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4.21 To format output using the </a:t>
            </a:r>
            <a:r>
              <a:rPr kumimoji="0" lang="en-US" altLang="en-US" sz="2400" b="1" i="0" u="sng" strike="noStrike" cap="none" normalizeH="0" baseline="0" dirty="0" err="1">
                <a:ln>
                  <a:noFill/>
                </a:ln>
                <a:solidFill>
                  <a:schemeClr val="accent1">
                    <a:lumMod val="60000"/>
                    <a:lumOff val="40000"/>
                  </a:schemeClr>
                </a:solidFill>
                <a:effectLst/>
                <a:latin typeface="Arial" panose="020B0604020202020204" pitchFamily="34" charset="0"/>
              </a:rPr>
              <a:t>System.out.printf</a:t>
            </a:r>
            <a:r>
              <a:rPr kumimoji="0" lang="en-US" altLang="en-US" sz="2400" b="1" i="0" u="sng" strike="noStrike" cap="none" normalizeH="0" baseline="0" dirty="0">
                <a:ln>
                  <a:noFill/>
                </a:ln>
                <a:solidFill>
                  <a:schemeClr val="accent1">
                    <a:lumMod val="60000"/>
                    <a:lumOff val="40000"/>
                  </a:schemeClr>
                </a:solidFill>
                <a:effectLst/>
                <a:latin typeface="Arial" panose="020B0604020202020204" pitchFamily="34" charset="0"/>
              </a:rPr>
              <a:t> </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method.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4.22 To store a </a:t>
            </a:r>
            <a:r>
              <a:rPr kumimoji="0" lang="en-US" altLang="en-US" sz="2400" b="1" i="0" u="sng" strike="noStrike" cap="none" normalizeH="0" baseline="0" dirty="0">
                <a:ln>
                  <a:noFill/>
                </a:ln>
                <a:solidFill>
                  <a:schemeClr val="accent1">
                    <a:lumMod val="60000"/>
                    <a:lumOff val="40000"/>
                  </a:schemeClr>
                </a:solidFill>
                <a:effectLst/>
                <a:latin typeface="Arial" panose="020B0604020202020204" pitchFamily="34" charset="0"/>
              </a:rPr>
              <a:t>multi-line string using a text block</a:t>
            </a:r>
            <a:r>
              <a:rPr kumimoji="0" lang="en-US" altLang="en-US" sz="2400" b="0" i="0" u="none" strike="noStrike" cap="none" normalizeH="0" baseline="0" dirty="0">
                <a:ln>
                  <a:noFill/>
                </a:ln>
                <a:solidFill>
                  <a:schemeClr val="accent1">
                    <a:lumMod val="60000"/>
                    <a:lumOff val="40000"/>
                  </a:schemeClr>
                </a:solidFill>
                <a:effectLst/>
                <a:latin typeface="Arial" panose="020B0604020202020204" pitchFamily="34" charset="0"/>
              </a:rPr>
              <a:t>.</a:t>
            </a:r>
          </a:p>
        </p:txBody>
      </p:sp>
    </p:spTree>
    <p:extLst>
      <p:ext uri="{BB962C8B-B14F-4D97-AF65-F5344CB8AC3E}">
        <p14:creationId xmlns:p14="http://schemas.microsoft.com/office/powerpoint/2010/main" val="2511415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ABD6E-3AE7-4DE4-8AD0-42B3AAC2200B}"/>
              </a:ext>
            </a:extLst>
          </p:cNvPr>
          <p:cNvSpPr>
            <a:spLocks noGrp="1"/>
          </p:cNvSpPr>
          <p:nvPr>
            <p:ph type="title"/>
          </p:nvPr>
        </p:nvSpPr>
        <p:spPr/>
        <p:txBody>
          <a:bodyPr/>
          <a:lstStyle/>
          <a:p>
            <a:r>
              <a:rPr lang="en-US" dirty="0"/>
              <a:t>4.1 Introduction</a:t>
            </a:r>
            <a:br>
              <a:rPr lang="en-US" dirty="0"/>
            </a:br>
            <a:r>
              <a:rPr lang="en-US" sz="2000" dirty="0">
                <a:solidFill>
                  <a:srgbClr val="FFFF00"/>
                </a:solidFill>
              </a:rPr>
              <a:t>The focus of this chapter is to introduce mathematical functions, characters, String objects, and use them to develop programs.</a:t>
            </a:r>
          </a:p>
        </p:txBody>
      </p:sp>
      <p:sp>
        <p:nvSpPr>
          <p:cNvPr id="3" name="Content Placeholder 2">
            <a:extLst>
              <a:ext uri="{FF2B5EF4-FFF2-40B4-BE49-F238E27FC236}">
                <a16:creationId xmlns:a16="http://schemas.microsoft.com/office/drawing/2014/main" id="{32726903-760D-8790-2481-752438124062}"/>
              </a:ext>
            </a:extLst>
          </p:cNvPr>
          <p:cNvSpPr>
            <a:spLocks noGrp="1"/>
          </p:cNvSpPr>
          <p:nvPr>
            <p:ph idx="1"/>
          </p:nvPr>
        </p:nvSpPr>
        <p:spPr/>
        <p:txBody>
          <a:bodyPr/>
          <a:lstStyle/>
          <a:p>
            <a:pPr marL="0" indent="0">
              <a:buNone/>
            </a:pPr>
            <a:r>
              <a:rPr lang="en-US" altLang="en-US" dirty="0"/>
              <a:t>Suppose you need to estimate the area enclosed by four cities, given the GPS locations (latitude and longitude) of these cities, as shown in the following diagram. How would you write a program to solve this problem? You will be able to write such a program after completing this chapter.</a:t>
            </a:r>
          </a:p>
          <a:p>
            <a:pPr marL="0" indent="0">
              <a:buNone/>
            </a:pPr>
            <a:endParaRPr lang="en-US" altLang="en-US" dirty="0"/>
          </a:p>
          <a:p>
            <a:endParaRPr lang="en-US" altLang="en-US" dirty="0"/>
          </a:p>
          <a:p>
            <a:pPr marL="0" indent="0">
              <a:buNone/>
            </a:pPr>
            <a:endParaRPr lang="en-US" altLang="en-US" dirty="0"/>
          </a:p>
          <a:p>
            <a:endParaRPr lang="en-US" dirty="0"/>
          </a:p>
        </p:txBody>
      </p:sp>
      <p:pic>
        <p:nvPicPr>
          <p:cNvPr id="5" name="Picture 4">
            <a:extLst>
              <a:ext uri="{FF2B5EF4-FFF2-40B4-BE49-F238E27FC236}">
                <a16:creationId xmlns:a16="http://schemas.microsoft.com/office/drawing/2014/main" id="{645FA209-DE7C-3875-CDE3-B0C7126531D1}"/>
              </a:ext>
            </a:extLst>
          </p:cNvPr>
          <p:cNvPicPr>
            <a:picLocks noChangeAspect="1"/>
          </p:cNvPicPr>
          <p:nvPr/>
        </p:nvPicPr>
        <p:blipFill>
          <a:blip r:embed="rId2"/>
          <a:stretch>
            <a:fillRect/>
          </a:stretch>
        </p:blipFill>
        <p:spPr>
          <a:xfrm>
            <a:off x="2719583" y="3791395"/>
            <a:ext cx="5997460" cy="2613887"/>
          </a:xfrm>
          <a:prstGeom prst="rect">
            <a:avLst/>
          </a:prstGeom>
        </p:spPr>
      </p:pic>
    </p:spTree>
    <p:extLst>
      <p:ext uri="{BB962C8B-B14F-4D97-AF65-F5344CB8AC3E}">
        <p14:creationId xmlns:p14="http://schemas.microsoft.com/office/powerpoint/2010/main" val="3079583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20636-47B7-42FF-F859-AE8E7421FD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FC22E7-BB28-D424-D72A-92A269FDFA3C}"/>
              </a:ext>
            </a:extLst>
          </p:cNvPr>
          <p:cNvSpPr>
            <a:spLocks noGrp="1"/>
          </p:cNvSpPr>
          <p:nvPr>
            <p:ph type="title"/>
          </p:nvPr>
        </p:nvSpPr>
        <p:spPr/>
        <p:txBody>
          <a:bodyPr/>
          <a:lstStyle/>
          <a:p>
            <a:r>
              <a:rPr lang="en-US" dirty="0"/>
              <a:t>4.2 Common Mathematical Functions</a:t>
            </a:r>
            <a:br>
              <a:rPr lang="en-US" dirty="0"/>
            </a:br>
            <a:r>
              <a:rPr lang="en-US" sz="2000" dirty="0">
                <a:solidFill>
                  <a:srgbClr val="FFFF00"/>
                </a:solidFill>
              </a:rPr>
              <a:t>.</a:t>
            </a:r>
          </a:p>
        </p:txBody>
      </p:sp>
      <p:sp>
        <p:nvSpPr>
          <p:cNvPr id="3" name="Content Placeholder 2">
            <a:extLst>
              <a:ext uri="{FF2B5EF4-FFF2-40B4-BE49-F238E27FC236}">
                <a16:creationId xmlns:a16="http://schemas.microsoft.com/office/drawing/2014/main" id="{4C65BC9C-AD7C-F57B-D678-4E52EFA23963}"/>
              </a:ext>
            </a:extLst>
          </p:cNvPr>
          <p:cNvSpPr>
            <a:spLocks noGrp="1"/>
          </p:cNvSpPr>
          <p:nvPr>
            <p:ph idx="1"/>
          </p:nvPr>
        </p:nvSpPr>
        <p:spPr/>
        <p:txBody>
          <a:bodyPr>
            <a:normAutofit lnSpcReduction="10000"/>
          </a:bodyPr>
          <a:lstStyle/>
          <a:p>
            <a:r>
              <a:rPr lang="en-US" altLang="en-US" sz="2800" b="1" dirty="0"/>
              <a:t>Math</a:t>
            </a:r>
            <a:r>
              <a:rPr lang="en-US" altLang="en-US" sz="2800" dirty="0"/>
              <a:t> Class constants:</a:t>
            </a:r>
          </a:p>
          <a:p>
            <a:pPr marL="736600" lvl="1" indent="-279400"/>
            <a:r>
              <a:rPr lang="en-US" altLang="en-US" sz="2800" dirty="0">
                <a:latin typeface="Courier New" panose="02070309020205020404" pitchFamily="49" charset="0"/>
              </a:rPr>
              <a:t>PI</a:t>
            </a:r>
            <a:endParaRPr lang="en-US" altLang="en-US" sz="2800" dirty="0"/>
          </a:p>
          <a:p>
            <a:pPr marL="736600" lvl="1" indent="-279400"/>
            <a:r>
              <a:rPr lang="en-US" altLang="en-US" sz="2800" dirty="0">
                <a:latin typeface="Courier New" panose="02070309020205020404" pitchFamily="49" charset="0"/>
              </a:rPr>
              <a:t>E</a:t>
            </a:r>
            <a:endParaRPr lang="en-US" altLang="en-US" sz="2800" dirty="0"/>
          </a:p>
          <a:p>
            <a:r>
              <a:rPr lang="en-US" altLang="en-US" sz="2800" dirty="0"/>
              <a:t>Class methods: </a:t>
            </a:r>
          </a:p>
          <a:p>
            <a:pPr marL="736600" lvl="1" indent="-279400"/>
            <a:r>
              <a:rPr lang="en-US" altLang="en-US" sz="2800" dirty="0"/>
              <a:t>Trigonometric Methods </a:t>
            </a:r>
          </a:p>
          <a:p>
            <a:pPr marL="736600" lvl="1" indent="-279400"/>
            <a:r>
              <a:rPr lang="en-US" altLang="en-US" sz="2800" dirty="0"/>
              <a:t>Exponent Methods</a:t>
            </a:r>
          </a:p>
          <a:p>
            <a:pPr marL="736600" lvl="1" indent="-279400"/>
            <a:r>
              <a:rPr lang="en-US" altLang="en-US" sz="2800" dirty="0"/>
              <a:t>Rounding Methods</a:t>
            </a:r>
          </a:p>
          <a:p>
            <a:pPr marL="736600" lvl="1" indent="-279400"/>
            <a:r>
              <a:rPr lang="en-US" altLang="en-US" sz="2800" dirty="0"/>
              <a:t>min, max, abs, and random Methods</a:t>
            </a:r>
          </a:p>
          <a:p>
            <a:endParaRPr lang="en-US" altLang="en-US" dirty="0"/>
          </a:p>
          <a:p>
            <a:pPr marL="0" indent="0">
              <a:buNone/>
            </a:pPr>
            <a:endParaRPr lang="en-US" altLang="en-US" dirty="0"/>
          </a:p>
          <a:p>
            <a:endParaRPr lang="en-US" dirty="0"/>
          </a:p>
        </p:txBody>
      </p:sp>
    </p:spTree>
    <p:extLst>
      <p:ext uri="{BB962C8B-B14F-4D97-AF65-F5344CB8AC3E}">
        <p14:creationId xmlns:p14="http://schemas.microsoft.com/office/powerpoint/2010/main" val="46432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FCE6B-310A-20EA-F826-561B49DB05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E998D-9019-F238-24C1-2C1DC4922C4B}"/>
              </a:ext>
            </a:extLst>
          </p:cNvPr>
          <p:cNvSpPr>
            <a:spLocks noGrp="1"/>
          </p:cNvSpPr>
          <p:nvPr>
            <p:ph type="title"/>
          </p:nvPr>
        </p:nvSpPr>
        <p:spPr/>
        <p:txBody>
          <a:bodyPr/>
          <a:lstStyle/>
          <a:p>
            <a:r>
              <a:rPr lang="en-US" dirty="0"/>
              <a:t>4.2.1 Trigonometric Functions</a:t>
            </a:r>
            <a:br>
              <a:rPr lang="en-US" dirty="0"/>
            </a:br>
            <a:r>
              <a:rPr lang="en-US" sz="2000" dirty="0">
                <a:solidFill>
                  <a:srgbClr val="FFFF00"/>
                </a:solidFill>
              </a:rPr>
              <a:t>.</a:t>
            </a:r>
          </a:p>
        </p:txBody>
      </p:sp>
      <p:pic>
        <p:nvPicPr>
          <p:cNvPr id="7" name="Content Placeholder 6">
            <a:extLst>
              <a:ext uri="{FF2B5EF4-FFF2-40B4-BE49-F238E27FC236}">
                <a16:creationId xmlns:a16="http://schemas.microsoft.com/office/drawing/2014/main" id="{EE9097E3-09D0-AC68-5ACA-6CFA01B28295}"/>
              </a:ext>
            </a:extLst>
          </p:cNvPr>
          <p:cNvPicPr>
            <a:picLocks noGrp="1" noChangeAspect="1"/>
          </p:cNvPicPr>
          <p:nvPr>
            <p:ph idx="1"/>
          </p:nvPr>
        </p:nvPicPr>
        <p:blipFill>
          <a:blip r:embed="rId3"/>
          <a:stretch>
            <a:fillRect/>
          </a:stretch>
        </p:blipFill>
        <p:spPr>
          <a:xfrm>
            <a:off x="391879" y="1423711"/>
            <a:ext cx="7569365" cy="4534642"/>
          </a:xfrm>
          <a:prstGeom prst="rect">
            <a:avLst/>
          </a:prstGeom>
        </p:spPr>
      </p:pic>
      <p:pic>
        <p:nvPicPr>
          <p:cNvPr id="9" name="Picture 8">
            <a:extLst>
              <a:ext uri="{FF2B5EF4-FFF2-40B4-BE49-F238E27FC236}">
                <a16:creationId xmlns:a16="http://schemas.microsoft.com/office/drawing/2014/main" id="{5C2439F7-D160-B5CC-510F-D6AE34B6BC10}"/>
              </a:ext>
            </a:extLst>
          </p:cNvPr>
          <p:cNvPicPr>
            <a:picLocks noChangeAspect="1"/>
          </p:cNvPicPr>
          <p:nvPr/>
        </p:nvPicPr>
        <p:blipFill>
          <a:blip r:embed="rId4"/>
          <a:stretch>
            <a:fillRect/>
          </a:stretch>
        </p:blipFill>
        <p:spPr>
          <a:xfrm>
            <a:off x="8194937" y="1853248"/>
            <a:ext cx="3853107" cy="3866322"/>
          </a:xfrm>
          <a:prstGeom prst="rect">
            <a:avLst/>
          </a:prstGeom>
        </p:spPr>
      </p:pic>
    </p:spTree>
    <p:extLst>
      <p:ext uri="{BB962C8B-B14F-4D97-AF65-F5344CB8AC3E}">
        <p14:creationId xmlns:p14="http://schemas.microsoft.com/office/powerpoint/2010/main" val="1967878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4B878-0129-1606-5558-E721AB369B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98F9B-ACEE-B37A-4AB4-77310121F09A}"/>
              </a:ext>
            </a:extLst>
          </p:cNvPr>
          <p:cNvSpPr>
            <a:spLocks noGrp="1"/>
          </p:cNvSpPr>
          <p:nvPr>
            <p:ph type="title"/>
          </p:nvPr>
        </p:nvSpPr>
        <p:spPr/>
        <p:txBody>
          <a:bodyPr/>
          <a:lstStyle/>
          <a:p>
            <a:r>
              <a:rPr lang="en-US" dirty="0"/>
              <a:t>4.2.2 Exponent Functions</a:t>
            </a:r>
            <a:br>
              <a:rPr lang="en-US" dirty="0"/>
            </a:br>
            <a:r>
              <a:rPr lang="en-US" sz="2000" dirty="0">
                <a:solidFill>
                  <a:srgbClr val="FFFF00"/>
                </a:solidFill>
              </a:rPr>
              <a:t>.</a:t>
            </a:r>
          </a:p>
        </p:txBody>
      </p:sp>
      <p:pic>
        <p:nvPicPr>
          <p:cNvPr id="6" name="Content Placeholder 5">
            <a:extLst>
              <a:ext uri="{FF2B5EF4-FFF2-40B4-BE49-F238E27FC236}">
                <a16:creationId xmlns:a16="http://schemas.microsoft.com/office/drawing/2014/main" id="{9CEA0EF6-51BC-FAE2-149B-9FB493160881}"/>
              </a:ext>
            </a:extLst>
          </p:cNvPr>
          <p:cNvPicPr>
            <a:picLocks noGrp="1" noChangeAspect="1"/>
          </p:cNvPicPr>
          <p:nvPr>
            <p:ph idx="1"/>
          </p:nvPr>
        </p:nvPicPr>
        <p:blipFill>
          <a:blip r:embed="rId3"/>
          <a:stretch>
            <a:fillRect/>
          </a:stretch>
        </p:blipFill>
        <p:spPr>
          <a:xfrm>
            <a:off x="762583" y="1759525"/>
            <a:ext cx="6607113" cy="3132091"/>
          </a:xfrm>
          <a:prstGeom prst="rect">
            <a:avLst/>
          </a:prstGeom>
        </p:spPr>
      </p:pic>
    </p:spTree>
    <p:extLst>
      <p:ext uri="{BB962C8B-B14F-4D97-AF65-F5344CB8AC3E}">
        <p14:creationId xmlns:p14="http://schemas.microsoft.com/office/powerpoint/2010/main" val="1039249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994E8-02C2-5070-6EAC-047EA5B307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F3A502-CE22-3345-2AF4-C041C958B1D6}"/>
              </a:ext>
            </a:extLst>
          </p:cNvPr>
          <p:cNvSpPr>
            <a:spLocks noGrp="1"/>
          </p:cNvSpPr>
          <p:nvPr>
            <p:ph type="title"/>
          </p:nvPr>
        </p:nvSpPr>
        <p:spPr/>
        <p:txBody>
          <a:bodyPr/>
          <a:lstStyle/>
          <a:p>
            <a:r>
              <a:rPr lang="en-US" dirty="0"/>
              <a:t>4.2.3 Rounding Functions</a:t>
            </a:r>
            <a:br>
              <a:rPr lang="en-US" dirty="0"/>
            </a:br>
            <a:r>
              <a:rPr lang="en-US" sz="2000" dirty="0">
                <a:solidFill>
                  <a:srgbClr val="FFFF00"/>
                </a:solidFill>
              </a:rPr>
              <a:t>.</a:t>
            </a:r>
          </a:p>
        </p:txBody>
      </p:sp>
      <p:pic>
        <p:nvPicPr>
          <p:cNvPr id="7" name="Content Placeholder 6">
            <a:extLst>
              <a:ext uri="{FF2B5EF4-FFF2-40B4-BE49-F238E27FC236}">
                <a16:creationId xmlns:a16="http://schemas.microsoft.com/office/drawing/2014/main" id="{2121E28B-98BA-E1B7-733A-727CB1D210C6}"/>
              </a:ext>
            </a:extLst>
          </p:cNvPr>
          <p:cNvPicPr>
            <a:picLocks noGrp="1" noChangeAspect="1"/>
          </p:cNvPicPr>
          <p:nvPr>
            <p:ph idx="1"/>
          </p:nvPr>
        </p:nvPicPr>
        <p:blipFill>
          <a:blip r:embed="rId3"/>
          <a:stretch>
            <a:fillRect/>
          </a:stretch>
        </p:blipFill>
        <p:spPr>
          <a:xfrm>
            <a:off x="770870" y="1530583"/>
            <a:ext cx="8001106" cy="4154600"/>
          </a:xfrm>
          <a:prstGeom prst="rect">
            <a:avLst/>
          </a:prstGeom>
        </p:spPr>
      </p:pic>
    </p:spTree>
    <p:extLst>
      <p:ext uri="{BB962C8B-B14F-4D97-AF65-F5344CB8AC3E}">
        <p14:creationId xmlns:p14="http://schemas.microsoft.com/office/powerpoint/2010/main" val="843158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CBA5D-1B67-C8D9-A67C-69CE4CBE4C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D7F1CD-E5DA-5526-512B-09898B6AA74E}"/>
              </a:ext>
            </a:extLst>
          </p:cNvPr>
          <p:cNvSpPr>
            <a:spLocks noGrp="1"/>
          </p:cNvSpPr>
          <p:nvPr>
            <p:ph type="title"/>
          </p:nvPr>
        </p:nvSpPr>
        <p:spPr/>
        <p:txBody>
          <a:bodyPr/>
          <a:lstStyle/>
          <a:p>
            <a:r>
              <a:rPr lang="en-US" dirty="0"/>
              <a:t>4.2.4 The min, max, abs Methods</a:t>
            </a:r>
            <a:br>
              <a:rPr lang="en-US" dirty="0"/>
            </a:br>
            <a:r>
              <a:rPr lang="en-US" sz="2000" dirty="0">
                <a:solidFill>
                  <a:srgbClr val="FFFF00"/>
                </a:solidFill>
              </a:rPr>
              <a:t>.</a:t>
            </a:r>
          </a:p>
        </p:txBody>
      </p:sp>
      <p:sp>
        <p:nvSpPr>
          <p:cNvPr id="4" name="Content Placeholder 3">
            <a:extLst>
              <a:ext uri="{FF2B5EF4-FFF2-40B4-BE49-F238E27FC236}">
                <a16:creationId xmlns:a16="http://schemas.microsoft.com/office/drawing/2014/main" id="{24E30B77-09EC-9F68-E300-3FEB82AE9863}"/>
              </a:ext>
            </a:extLst>
          </p:cNvPr>
          <p:cNvSpPr>
            <a:spLocks noGrp="1"/>
          </p:cNvSpPr>
          <p:nvPr>
            <p:ph idx="1"/>
          </p:nvPr>
        </p:nvSpPr>
        <p:spPr/>
        <p:txBody>
          <a:bodyPr/>
          <a:lstStyle/>
          <a:p>
            <a:pPr>
              <a:spcBef>
                <a:spcPct val="50000"/>
              </a:spcBef>
            </a:pPr>
            <a:r>
              <a:rPr lang="en-US" altLang="en-US" sz="2200" b="1" dirty="0">
                <a:latin typeface="Courier New" panose="02070309020205020404" pitchFamily="49" charset="0"/>
              </a:rPr>
              <a:t>max(a, b)</a:t>
            </a:r>
            <a:r>
              <a:rPr lang="en-US" altLang="en-US" sz="2200" dirty="0"/>
              <a:t>and </a:t>
            </a:r>
            <a:r>
              <a:rPr lang="en-US" altLang="en-US" sz="2200" b="1" dirty="0">
                <a:latin typeface="Courier New" panose="02070309020205020404" pitchFamily="49" charset="0"/>
              </a:rPr>
              <a:t>min(a, b)</a:t>
            </a:r>
            <a:endParaRPr lang="en-US" altLang="en-US" sz="2400" b="1" dirty="0"/>
          </a:p>
          <a:p>
            <a:pPr marL="377825" lvl="1" indent="0">
              <a:buFontTx/>
              <a:buNone/>
            </a:pPr>
            <a:r>
              <a:rPr lang="en-US" altLang="en-US" sz="2000" dirty="0"/>
              <a:t>Returns the maximum or minimum of two parameters.</a:t>
            </a:r>
          </a:p>
          <a:p>
            <a:pPr algn="just">
              <a:spcBef>
                <a:spcPct val="50000"/>
              </a:spcBef>
            </a:pPr>
            <a:r>
              <a:rPr lang="en-US" altLang="en-US" sz="2200" b="1" dirty="0">
                <a:latin typeface="Courier New" panose="02070309020205020404" pitchFamily="49" charset="0"/>
              </a:rPr>
              <a:t>abs(a)</a:t>
            </a:r>
            <a:endParaRPr lang="en-US" altLang="en-US" sz="2400" b="1" dirty="0"/>
          </a:p>
          <a:p>
            <a:pPr marL="377825" lvl="1" indent="0">
              <a:buFontTx/>
              <a:buNone/>
            </a:pPr>
            <a:r>
              <a:rPr lang="en-US" altLang="en-US" sz="2000" dirty="0"/>
              <a:t>Returns the absolute value of the parameter.</a:t>
            </a:r>
          </a:p>
          <a:p>
            <a:pPr>
              <a:spcBef>
                <a:spcPct val="50000"/>
              </a:spcBef>
            </a:pPr>
            <a:r>
              <a:rPr lang="en-US" altLang="en-US" sz="2200" b="1" dirty="0">
                <a:latin typeface="Courier New" panose="02070309020205020404" pitchFamily="49" charset="0"/>
              </a:rPr>
              <a:t>random()</a:t>
            </a:r>
            <a:endParaRPr lang="en-US" altLang="en-US" sz="2400" b="1" dirty="0"/>
          </a:p>
          <a:p>
            <a:pPr marL="377825" lvl="1" indent="0">
              <a:buFontTx/>
              <a:buNone/>
            </a:pPr>
            <a:r>
              <a:rPr lang="en-US" altLang="en-US" sz="2000" dirty="0"/>
              <a:t>Returns a random </a:t>
            </a:r>
            <a:r>
              <a:rPr lang="en-US" altLang="en-US" sz="2000" dirty="0">
                <a:latin typeface="Courier New" panose="02070309020205020404" pitchFamily="49" charset="0"/>
              </a:rPr>
              <a:t>double</a:t>
            </a:r>
            <a:r>
              <a:rPr lang="en-US" altLang="en-US" sz="2000" dirty="0"/>
              <a:t> value</a:t>
            </a:r>
            <a:br>
              <a:rPr lang="en-US" altLang="en-US" sz="2000" dirty="0"/>
            </a:br>
            <a:r>
              <a:rPr lang="en-US" altLang="en-US" sz="2000" dirty="0"/>
              <a:t>in the range [0.0, 1.0).</a:t>
            </a:r>
          </a:p>
          <a:p>
            <a:endParaRPr lang="en-US" dirty="0"/>
          </a:p>
        </p:txBody>
      </p:sp>
    </p:spTree>
    <p:extLst>
      <p:ext uri="{BB962C8B-B14F-4D97-AF65-F5344CB8AC3E}">
        <p14:creationId xmlns:p14="http://schemas.microsoft.com/office/powerpoint/2010/main" val="2656810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F2209-93DD-89DF-F460-EA9199548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EF048-416A-2DFD-EFA3-4A481C292599}"/>
              </a:ext>
            </a:extLst>
          </p:cNvPr>
          <p:cNvSpPr>
            <a:spLocks noGrp="1"/>
          </p:cNvSpPr>
          <p:nvPr>
            <p:ph type="title"/>
          </p:nvPr>
        </p:nvSpPr>
        <p:spPr/>
        <p:txBody>
          <a:bodyPr/>
          <a:lstStyle/>
          <a:p>
            <a:r>
              <a:rPr lang="en-US" dirty="0"/>
              <a:t>4.2.6 Case </a:t>
            </a:r>
            <a:r>
              <a:rPr lang="en-US" dirty="0" err="1"/>
              <a:t>Study:Computing</a:t>
            </a:r>
            <a:r>
              <a:rPr lang="en-US" dirty="0"/>
              <a:t> Angles of a Triangle</a:t>
            </a:r>
            <a:br>
              <a:rPr lang="en-US" dirty="0"/>
            </a:br>
            <a:r>
              <a:rPr lang="en-US" sz="2000" dirty="0">
                <a:solidFill>
                  <a:srgbClr val="FFFF00"/>
                </a:solidFill>
              </a:rPr>
              <a:t>.</a:t>
            </a:r>
          </a:p>
        </p:txBody>
      </p:sp>
      <p:pic>
        <p:nvPicPr>
          <p:cNvPr id="7" name="Content Placeholder 6">
            <a:extLst>
              <a:ext uri="{FF2B5EF4-FFF2-40B4-BE49-F238E27FC236}">
                <a16:creationId xmlns:a16="http://schemas.microsoft.com/office/drawing/2014/main" id="{3E33BABF-3C25-F6A7-DDFD-2EA267DB3461}"/>
              </a:ext>
            </a:extLst>
          </p:cNvPr>
          <p:cNvPicPr>
            <a:picLocks noGrp="1" noChangeAspect="1"/>
          </p:cNvPicPr>
          <p:nvPr>
            <p:ph idx="1"/>
          </p:nvPr>
        </p:nvPicPr>
        <p:blipFill>
          <a:blip r:embed="rId3"/>
          <a:stretch>
            <a:fillRect/>
          </a:stretch>
        </p:blipFill>
        <p:spPr>
          <a:xfrm>
            <a:off x="2247893" y="1993082"/>
            <a:ext cx="6828112" cy="2103302"/>
          </a:xfrm>
          <a:prstGeom prst="rect">
            <a:avLst/>
          </a:prstGeom>
        </p:spPr>
      </p:pic>
      <p:pic>
        <p:nvPicPr>
          <p:cNvPr id="9" name="Picture 8">
            <a:extLst>
              <a:ext uri="{FF2B5EF4-FFF2-40B4-BE49-F238E27FC236}">
                <a16:creationId xmlns:a16="http://schemas.microsoft.com/office/drawing/2014/main" id="{77FDDA6D-093E-07D4-1B0B-4723FFBDC23B}"/>
              </a:ext>
            </a:extLst>
          </p:cNvPr>
          <p:cNvPicPr>
            <a:picLocks noChangeAspect="1"/>
          </p:cNvPicPr>
          <p:nvPr/>
        </p:nvPicPr>
        <p:blipFill>
          <a:blip r:embed="rId4"/>
          <a:stretch>
            <a:fillRect/>
          </a:stretch>
        </p:blipFill>
        <p:spPr>
          <a:xfrm>
            <a:off x="3021390" y="4608739"/>
            <a:ext cx="5281118" cy="723963"/>
          </a:xfrm>
          <a:prstGeom prst="rect">
            <a:avLst/>
          </a:prstGeom>
        </p:spPr>
      </p:pic>
      <p:sp>
        <p:nvSpPr>
          <p:cNvPr id="10" name="TextBox 9">
            <a:extLst>
              <a:ext uri="{FF2B5EF4-FFF2-40B4-BE49-F238E27FC236}">
                <a16:creationId xmlns:a16="http://schemas.microsoft.com/office/drawing/2014/main" id="{708C8F6A-241C-33BE-01DD-B5B65D3DFDAF}"/>
              </a:ext>
            </a:extLst>
          </p:cNvPr>
          <p:cNvSpPr txBox="1"/>
          <p:nvPr/>
        </p:nvSpPr>
        <p:spPr>
          <a:xfrm>
            <a:off x="4082902" y="5845057"/>
            <a:ext cx="2829621" cy="369332"/>
          </a:xfrm>
          <a:prstGeom prst="rect">
            <a:avLst/>
          </a:prstGeom>
          <a:noFill/>
        </p:spPr>
        <p:txBody>
          <a:bodyPr wrap="none" rtlCol="0">
            <a:spAutoFit/>
          </a:bodyPr>
          <a:lstStyle/>
          <a:p>
            <a:r>
              <a:rPr lang="en-US" dirty="0"/>
              <a:t>What will be our inputs?</a:t>
            </a:r>
          </a:p>
        </p:txBody>
      </p:sp>
    </p:spTree>
    <p:extLst>
      <p:ext uri="{BB962C8B-B14F-4D97-AF65-F5344CB8AC3E}">
        <p14:creationId xmlns:p14="http://schemas.microsoft.com/office/powerpoint/2010/main" val="1700769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FB6A6-A73E-9193-7AEF-077DB75F3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075DDF-DE63-D6BB-8A91-1F31079B6784}"/>
              </a:ext>
            </a:extLst>
          </p:cNvPr>
          <p:cNvSpPr>
            <a:spLocks noGrp="1"/>
          </p:cNvSpPr>
          <p:nvPr>
            <p:ph type="title"/>
          </p:nvPr>
        </p:nvSpPr>
        <p:spPr/>
        <p:txBody>
          <a:bodyPr/>
          <a:lstStyle/>
          <a:p>
            <a:r>
              <a:rPr lang="en-US" dirty="0"/>
              <a:t>4.3 Character Data Type and Operations</a:t>
            </a:r>
            <a:br>
              <a:rPr lang="en-US" dirty="0"/>
            </a:br>
            <a:r>
              <a:rPr lang="en-US" sz="2000" dirty="0">
                <a:solidFill>
                  <a:srgbClr val="FFFF00"/>
                </a:solidFill>
              </a:rPr>
              <a:t>.</a:t>
            </a:r>
          </a:p>
        </p:txBody>
      </p:sp>
      <p:sp>
        <p:nvSpPr>
          <p:cNvPr id="4" name="Content Placeholder 3">
            <a:extLst>
              <a:ext uri="{FF2B5EF4-FFF2-40B4-BE49-F238E27FC236}">
                <a16:creationId xmlns:a16="http://schemas.microsoft.com/office/drawing/2014/main" id="{7C991DCC-0C92-FC3F-65C2-BC7C38C7688C}"/>
              </a:ext>
            </a:extLst>
          </p:cNvPr>
          <p:cNvSpPr>
            <a:spLocks noGrp="1"/>
          </p:cNvSpPr>
          <p:nvPr>
            <p:ph idx="1"/>
          </p:nvPr>
        </p:nvSpPr>
        <p:spPr>
          <a:xfrm>
            <a:off x="1103312" y="2052919"/>
            <a:ext cx="8946541" cy="2101638"/>
          </a:xfrm>
        </p:spPr>
        <p:txBody>
          <a:bodyPr>
            <a:normAutofit fontScale="25000" lnSpcReduction="20000"/>
          </a:bodyPr>
          <a:lstStyle/>
          <a:p>
            <a:r>
              <a:rPr lang="en-US" sz="9600" b="1" u="sng" dirty="0">
                <a:solidFill>
                  <a:srgbClr val="FFFF00"/>
                </a:solidFill>
              </a:rPr>
              <a:t>char</a:t>
            </a:r>
            <a:r>
              <a:rPr lang="en-US" sz="9600" b="1" dirty="0">
                <a:solidFill>
                  <a:srgbClr val="FFFF00"/>
                </a:solidFill>
              </a:rPr>
              <a:t> </a:t>
            </a:r>
            <a:r>
              <a:rPr lang="en-US" sz="9600" dirty="0"/>
              <a:t>is used to represent a single character.</a:t>
            </a:r>
          </a:p>
          <a:p>
            <a:r>
              <a:rPr lang="en-US" sz="9600" b="1" u="sng" dirty="0">
                <a:solidFill>
                  <a:srgbClr val="FFFF00"/>
                </a:solidFill>
              </a:rPr>
              <a:t>Characters</a:t>
            </a:r>
            <a:r>
              <a:rPr lang="en-US" sz="9600" dirty="0"/>
              <a:t> are stored a sequence of binary values (1’s and 0’s)</a:t>
            </a:r>
          </a:p>
          <a:p>
            <a:r>
              <a:rPr lang="en-US" sz="9600" b="1" dirty="0">
                <a:solidFill>
                  <a:srgbClr val="FFFF00"/>
                </a:solidFill>
              </a:rPr>
              <a:t>Encoding</a:t>
            </a:r>
            <a:r>
              <a:rPr lang="en-US" sz="9600" dirty="0"/>
              <a:t> is mapping the character to its binary representation</a:t>
            </a:r>
          </a:p>
          <a:p>
            <a:endParaRPr lang="en-US" sz="12800" dirty="0"/>
          </a:p>
          <a:p>
            <a:pPr marL="0" indent="0">
              <a:buNone/>
            </a:pPr>
            <a:r>
              <a:rPr lang="en-US" sz="12800" dirty="0">
                <a:latin typeface="Consolas" panose="020B0609020204030204" pitchFamily="49" charset="0"/>
              </a:rPr>
              <a:t>char letter = ‘A’;</a:t>
            </a:r>
          </a:p>
          <a:p>
            <a:pPr marL="0" indent="0">
              <a:buNone/>
            </a:pPr>
            <a:r>
              <a:rPr lang="en-US" sz="12800" dirty="0">
                <a:latin typeface="Consolas" panose="020B0609020204030204" pitchFamily="49" charset="0"/>
              </a:rPr>
              <a:t>char </a:t>
            </a:r>
            <a:r>
              <a:rPr lang="en-US" sz="12800" dirty="0" err="1">
                <a:latin typeface="Consolas" panose="020B0609020204030204" pitchFamily="49" charset="0"/>
              </a:rPr>
              <a:t>numChar</a:t>
            </a:r>
            <a:r>
              <a:rPr lang="en-US" sz="12800" dirty="0">
                <a:latin typeface="Consolas" panose="020B0609020204030204" pitchFamily="49" charset="0"/>
              </a:rPr>
              <a:t> = ‘4’;</a:t>
            </a:r>
          </a:p>
        </p:txBody>
      </p:sp>
    </p:spTree>
    <p:extLst>
      <p:ext uri="{BB962C8B-B14F-4D97-AF65-F5344CB8AC3E}">
        <p14:creationId xmlns:p14="http://schemas.microsoft.com/office/powerpoint/2010/main" val="2180767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F7CAF-AA2B-D424-D1C1-1E8347499E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A4BD50-65A4-7EF4-C327-658414673321}"/>
              </a:ext>
            </a:extLst>
          </p:cNvPr>
          <p:cNvSpPr>
            <a:spLocks noGrp="1"/>
          </p:cNvSpPr>
          <p:nvPr>
            <p:ph type="title"/>
          </p:nvPr>
        </p:nvSpPr>
        <p:spPr>
          <a:xfrm>
            <a:off x="646111" y="452718"/>
            <a:ext cx="9404723" cy="829544"/>
          </a:xfrm>
        </p:spPr>
        <p:txBody>
          <a:bodyPr/>
          <a:lstStyle/>
          <a:p>
            <a:r>
              <a:rPr lang="en-US" dirty="0"/>
              <a:t>4.3.1 Unicode and ASCII code</a:t>
            </a:r>
            <a:r>
              <a:rPr lang="en-US" sz="2000" dirty="0">
                <a:solidFill>
                  <a:srgbClr val="FFFF00"/>
                </a:solidFill>
              </a:rPr>
              <a:t>.</a:t>
            </a:r>
          </a:p>
        </p:txBody>
      </p:sp>
      <p:sp>
        <p:nvSpPr>
          <p:cNvPr id="6" name="Content Placeholder 3">
            <a:extLst>
              <a:ext uri="{FF2B5EF4-FFF2-40B4-BE49-F238E27FC236}">
                <a16:creationId xmlns:a16="http://schemas.microsoft.com/office/drawing/2014/main" id="{7B89E126-7038-7101-5373-C380100DBC04}"/>
              </a:ext>
            </a:extLst>
          </p:cNvPr>
          <p:cNvSpPr txBox="1">
            <a:spLocks/>
          </p:cNvSpPr>
          <p:nvPr/>
        </p:nvSpPr>
        <p:spPr>
          <a:xfrm>
            <a:off x="738566" y="1519356"/>
            <a:ext cx="8946541" cy="5579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r>
              <a:rPr lang="en-US" b="1" u="sng" dirty="0">
                <a:solidFill>
                  <a:srgbClr val="FFFF00"/>
                </a:solidFill>
              </a:rPr>
              <a:t>Encoding </a:t>
            </a:r>
            <a:r>
              <a:rPr lang="en-US" dirty="0"/>
              <a:t>– mapping character to its binary representation</a:t>
            </a:r>
          </a:p>
        </p:txBody>
      </p:sp>
      <p:sp>
        <p:nvSpPr>
          <p:cNvPr id="7" name="TextBox 6">
            <a:extLst>
              <a:ext uri="{FF2B5EF4-FFF2-40B4-BE49-F238E27FC236}">
                <a16:creationId xmlns:a16="http://schemas.microsoft.com/office/drawing/2014/main" id="{098EBDF8-E240-CC85-EC03-0D7A9393A588}"/>
              </a:ext>
            </a:extLst>
          </p:cNvPr>
          <p:cNvSpPr txBox="1"/>
          <p:nvPr/>
        </p:nvSpPr>
        <p:spPr>
          <a:xfrm>
            <a:off x="567044" y="2405269"/>
            <a:ext cx="3629520" cy="3508653"/>
          </a:xfrm>
          <a:prstGeom prst="rect">
            <a:avLst/>
          </a:prstGeom>
          <a:noFill/>
        </p:spPr>
        <p:txBody>
          <a:bodyPr wrap="none" rtlCol="0">
            <a:spAutoFit/>
          </a:bodyPr>
          <a:lstStyle/>
          <a:p>
            <a:pPr algn="ctr"/>
            <a:r>
              <a:rPr lang="en-US" sz="3200" b="1" u="sng" dirty="0">
                <a:solidFill>
                  <a:srgbClr val="FFFF00"/>
                </a:solidFill>
              </a:rPr>
              <a:t>ASCII</a:t>
            </a:r>
          </a:p>
          <a:p>
            <a:pPr algn="ctr"/>
            <a:endParaRPr lang="en-US" b="1" dirty="0">
              <a:solidFill>
                <a:srgbClr val="FFFF00"/>
              </a:solidFill>
            </a:endParaRPr>
          </a:p>
          <a:p>
            <a:r>
              <a:rPr lang="en-US" dirty="0"/>
              <a:t>• </a:t>
            </a:r>
            <a:r>
              <a:rPr lang="en-US" sz="2000" dirty="0"/>
              <a:t>128 characters</a:t>
            </a:r>
          </a:p>
          <a:p>
            <a:r>
              <a:rPr lang="en-US" sz="2000" dirty="0"/>
              <a:t>• English letters &amp; digits</a:t>
            </a:r>
          </a:p>
          <a:p>
            <a:r>
              <a:rPr lang="en-US" sz="2000" dirty="0"/>
              <a:t>• Basic symbols</a:t>
            </a:r>
          </a:p>
          <a:p>
            <a:r>
              <a:rPr lang="en-US" sz="2000" dirty="0"/>
              <a:t>• No emojis</a:t>
            </a:r>
          </a:p>
          <a:p>
            <a:r>
              <a:rPr lang="en-US" sz="2000" dirty="0"/>
              <a:t>• No non-English languages</a:t>
            </a:r>
          </a:p>
          <a:p>
            <a:endParaRPr lang="en-US" dirty="0"/>
          </a:p>
          <a:p>
            <a:endParaRPr lang="en-US" dirty="0"/>
          </a:p>
          <a:p>
            <a:pPr algn="just">
              <a:buFont typeface="Monotype Sorts" pitchFamily="2" charset="2"/>
              <a:buNone/>
            </a:pPr>
            <a:r>
              <a:rPr lang="en-US" altLang="en-US" dirty="0">
                <a:latin typeface="Consolas" panose="020B0609020204030204" pitchFamily="49" charset="0"/>
              </a:rPr>
              <a:t>char letter = 'A'; </a:t>
            </a:r>
          </a:p>
          <a:p>
            <a:pPr algn="just">
              <a:buFont typeface="Monotype Sorts" pitchFamily="2" charset="2"/>
              <a:buNone/>
            </a:pPr>
            <a:r>
              <a:rPr lang="en-US" altLang="en-US" dirty="0">
                <a:latin typeface="Consolas" panose="020B0609020204030204" pitchFamily="49" charset="0"/>
              </a:rPr>
              <a:t>char </a:t>
            </a:r>
            <a:r>
              <a:rPr lang="en-US" altLang="en-US" dirty="0" err="1">
                <a:latin typeface="Consolas" panose="020B0609020204030204" pitchFamily="49" charset="0"/>
              </a:rPr>
              <a:t>numChar</a:t>
            </a:r>
            <a:r>
              <a:rPr lang="en-US" altLang="en-US" dirty="0">
                <a:latin typeface="Consolas" panose="020B0609020204030204" pitchFamily="49" charset="0"/>
              </a:rPr>
              <a:t> = '4'; </a:t>
            </a:r>
            <a:endParaRPr lang="en-US" dirty="0"/>
          </a:p>
        </p:txBody>
      </p:sp>
      <p:sp>
        <p:nvSpPr>
          <p:cNvPr id="9" name="TextBox 8">
            <a:extLst>
              <a:ext uri="{FF2B5EF4-FFF2-40B4-BE49-F238E27FC236}">
                <a16:creationId xmlns:a16="http://schemas.microsoft.com/office/drawing/2014/main" id="{A4A1A183-78F8-3618-C27D-67853BCFC06B}"/>
              </a:ext>
            </a:extLst>
          </p:cNvPr>
          <p:cNvSpPr txBox="1"/>
          <p:nvPr/>
        </p:nvSpPr>
        <p:spPr>
          <a:xfrm>
            <a:off x="6469399" y="2492914"/>
            <a:ext cx="3334567" cy="3120534"/>
          </a:xfrm>
          <a:prstGeom prst="rect">
            <a:avLst/>
          </a:prstGeom>
          <a:noFill/>
        </p:spPr>
        <p:txBody>
          <a:bodyPr wrap="none" rtlCol="0">
            <a:spAutoFit/>
          </a:bodyPr>
          <a:lstStyle/>
          <a:p>
            <a:pPr algn="ctr"/>
            <a:r>
              <a:rPr lang="en-US" sz="3200" b="1" u="sng" dirty="0">
                <a:solidFill>
                  <a:srgbClr val="FFFF00"/>
                </a:solidFill>
              </a:rPr>
              <a:t>Unicode</a:t>
            </a:r>
          </a:p>
          <a:p>
            <a:pPr algn="ctr"/>
            <a:endParaRPr lang="en-US" b="1" dirty="0">
              <a:solidFill>
                <a:srgbClr val="FFFF00"/>
              </a:solidFill>
            </a:endParaRPr>
          </a:p>
          <a:p>
            <a:r>
              <a:rPr lang="en-US" sz="2000" dirty="0"/>
              <a:t>•All languages &amp; symbols</a:t>
            </a:r>
          </a:p>
          <a:p>
            <a:r>
              <a:rPr lang="en-US" sz="2000" dirty="0"/>
              <a:t>• Uses code points</a:t>
            </a:r>
          </a:p>
          <a:p>
            <a:r>
              <a:rPr lang="en-US" sz="2000" dirty="0"/>
              <a:t>• Supports emojis</a:t>
            </a:r>
          </a:p>
          <a:p>
            <a:r>
              <a:rPr lang="en-US" sz="2000" dirty="0"/>
              <a:t>• Global-ready</a:t>
            </a:r>
          </a:p>
          <a:p>
            <a:endParaRPr lang="en-US" dirty="0"/>
          </a:p>
          <a:p>
            <a:pPr>
              <a:lnSpc>
                <a:spcPct val="30000"/>
              </a:lnSpc>
              <a:spcBef>
                <a:spcPct val="100000"/>
              </a:spcBef>
              <a:buFont typeface="Monotype Sorts" pitchFamily="2" charset="2"/>
              <a:buNone/>
            </a:pPr>
            <a:r>
              <a:rPr lang="en-US" altLang="en-US" dirty="0">
                <a:latin typeface="Consolas" panose="020B0609020204030204" pitchFamily="49" charset="0"/>
              </a:rPr>
              <a:t>char letter = '\u0041’; </a:t>
            </a:r>
          </a:p>
          <a:p>
            <a:pPr>
              <a:lnSpc>
                <a:spcPct val="30000"/>
              </a:lnSpc>
              <a:spcBef>
                <a:spcPct val="100000"/>
              </a:spcBef>
              <a:buFont typeface="Monotype Sorts" pitchFamily="2" charset="2"/>
              <a:buNone/>
            </a:pPr>
            <a:r>
              <a:rPr lang="en-US" altLang="en-US" dirty="0">
                <a:latin typeface="Consolas" panose="020B0609020204030204" pitchFamily="49" charset="0"/>
              </a:rPr>
              <a:t>char </a:t>
            </a:r>
            <a:r>
              <a:rPr lang="en-US" altLang="en-US" dirty="0" err="1">
                <a:latin typeface="Consolas" panose="020B0609020204030204" pitchFamily="49" charset="0"/>
              </a:rPr>
              <a:t>numChar</a:t>
            </a:r>
            <a:r>
              <a:rPr lang="en-US" altLang="en-US" dirty="0">
                <a:latin typeface="Consolas" panose="020B0609020204030204" pitchFamily="49" charset="0"/>
              </a:rPr>
              <a:t> = '\u0034'; </a:t>
            </a:r>
            <a:endParaRPr lang="en-US" dirty="0">
              <a:latin typeface="Consolas" panose="020B0609020204030204" pitchFamily="49" charset="0"/>
            </a:endParaRPr>
          </a:p>
        </p:txBody>
      </p:sp>
      <p:pic>
        <p:nvPicPr>
          <p:cNvPr id="12" name="Picture 11">
            <a:extLst>
              <a:ext uri="{FF2B5EF4-FFF2-40B4-BE49-F238E27FC236}">
                <a16:creationId xmlns:a16="http://schemas.microsoft.com/office/drawing/2014/main" id="{18174B0C-2A9D-111F-7D7B-4FCC7B7709E9}"/>
              </a:ext>
            </a:extLst>
          </p:cNvPr>
          <p:cNvPicPr>
            <a:picLocks noChangeAspect="1"/>
          </p:cNvPicPr>
          <p:nvPr/>
        </p:nvPicPr>
        <p:blipFill>
          <a:blip r:embed="rId3"/>
          <a:stretch>
            <a:fillRect/>
          </a:stretch>
        </p:blipFill>
        <p:spPr>
          <a:xfrm>
            <a:off x="6546015" y="5670061"/>
            <a:ext cx="1714649" cy="243861"/>
          </a:xfrm>
          <a:prstGeom prst="rect">
            <a:avLst/>
          </a:prstGeom>
        </p:spPr>
      </p:pic>
      <p:sp>
        <p:nvSpPr>
          <p:cNvPr id="14" name="TextBox 13">
            <a:extLst>
              <a:ext uri="{FF2B5EF4-FFF2-40B4-BE49-F238E27FC236}">
                <a16:creationId xmlns:a16="http://schemas.microsoft.com/office/drawing/2014/main" id="{3419E330-601C-2FE4-6856-6329CF640317}"/>
              </a:ext>
            </a:extLst>
          </p:cNvPr>
          <p:cNvSpPr txBox="1"/>
          <p:nvPr/>
        </p:nvSpPr>
        <p:spPr>
          <a:xfrm>
            <a:off x="2163008" y="6029085"/>
            <a:ext cx="6097656" cy="646331"/>
          </a:xfrm>
          <a:prstGeom prst="rect">
            <a:avLst/>
          </a:prstGeom>
          <a:noFill/>
        </p:spPr>
        <p:txBody>
          <a:bodyPr wrap="square">
            <a:spAutoFit/>
          </a:bodyPr>
          <a:lstStyle/>
          <a:p>
            <a:r>
              <a:rPr lang="en-US" b="1" dirty="0">
                <a:solidFill>
                  <a:srgbClr val="FFFF00"/>
                </a:solidFill>
              </a:rPr>
              <a:t>Takeaway</a:t>
            </a:r>
            <a:r>
              <a:rPr lang="en-US" dirty="0"/>
              <a:t>: ASCII works for basic English. Unicode makes Java global-ready.</a:t>
            </a:r>
          </a:p>
        </p:txBody>
      </p:sp>
    </p:spTree>
    <p:extLst>
      <p:ext uri="{BB962C8B-B14F-4D97-AF65-F5344CB8AC3E}">
        <p14:creationId xmlns:p14="http://schemas.microsoft.com/office/powerpoint/2010/main" val="199504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D61C9-DCEE-BCA7-9F87-EDAAC7FA9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22AC28-B1C9-E4D3-5429-A1A4B13342B5}"/>
              </a:ext>
            </a:extLst>
          </p:cNvPr>
          <p:cNvSpPr>
            <a:spLocks noGrp="1"/>
          </p:cNvSpPr>
          <p:nvPr>
            <p:ph type="title"/>
          </p:nvPr>
        </p:nvSpPr>
        <p:spPr/>
        <p:txBody>
          <a:bodyPr/>
          <a:lstStyle/>
          <a:p>
            <a:r>
              <a:rPr lang="en-US" dirty="0"/>
              <a:t>4.3 Unicode and ASCII code</a:t>
            </a:r>
            <a:r>
              <a:rPr lang="en-US" sz="2000" dirty="0">
                <a:solidFill>
                  <a:srgbClr val="FFFF00"/>
                </a:solidFill>
              </a:rPr>
              <a:t>.</a:t>
            </a:r>
          </a:p>
        </p:txBody>
      </p:sp>
      <p:pic>
        <p:nvPicPr>
          <p:cNvPr id="8" name="Picture 7">
            <a:extLst>
              <a:ext uri="{FF2B5EF4-FFF2-40B4-BE49-F238E27FC236}">
                <a16:creationId xmlns:a16="http://schemas.microsoft.com/office/drawing/2014/main" id="{90E94230-DBB4-FA4F-43AC-F809A2910F89}"/>
              </a:ext>
            </a:extLst>
          </p:cNvPr>
          <p:cNvPicPr>
            <a:picLocks noChangeAspect="1"/>
          </p:cNvPicPr>
          <p:nvPr/>
        </p:nvPicPr>
        <p:blipFill>
          <a:blip r:embed="rId3"/>
          <a:stretch>
            <a:fillRect/>
          </a:stretch>
        </p:blipFill>
        <p:spPr>
          <a:xfrm>
            <a:off x="860606" y="2140795"/>
            <a:ext cx="6150556" cy="3643779"/>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74FEBDD7-8017-BE68-FD04-BBE2A688E5A1}"/>
                  </a:ext>
                </a:extLst>
              </p14:cNvPr>
              <p14:cNvContentPartPr/>
              <p14:nvPr/>
            </p14:nvContentPartPr>
            <p14:xfrm>
              <a:off x="1435837" y="4346671"/>
              <a:ext cx="525600" cy="455400"/>
            </p14:xfrm>
          </p:contentPart>
        </mc:Choice>
        <mc:Fallback xmlns="">
          <p:pic>
            <p:nvPicPr>
              <p:cNvPr id="10" name="Ink 9">
                <a:extLst>
                  <a:ext uri="{FF2B5EF4-FFF2-40B4-BE49-F238E27FC236}">
                    <a16:creationId xmlns:a16="http://schemas.microsoft.com/office/drawing/2014/main" id="{74FEBDD7-8017-BE68-FD04-BBE2A688E5A1}"/>
                  </a:ext>
                </a:extLst>
              </p:cNvPr>
              <p:cNvPicPr/>
              <p:nvPr/>
            </p:nvPicPr>
            <p:blipFill>
              <a:blip r:embed="rId5"/>
              <a:stretch>
                <a:fillRect/>
              </a:stretch>
            </p:blipFill>
            <p:spPr>
              <a:xfrm>
                <a:off x="1429721" y="4340551"/>
                <a:ext cx="537832" cy="467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6AEA81B6-380E-B541-EC6F-74CA407CE9C3}"/>
                  </a:ext>
                </a:extLst>
              </p14:cNvPr>
              <p14:cNvContentPartPr/>
              <p14:nvPr/>
            </p14:nvContentPartPr>
            <p14:xfrm>
              <a:off x="914197" y="4522351"/>
              <a:ext cx="138240" cy="30600"/>
            </p14:xfrm>
          </p:contentPart>
        </mc:Choice>
        <mc:Fallback xmlns="">
          <p:pic>
            <p:nvPicPr>
              <p:cNvPr id="11" name="Ink 10">
                <a:extLst>
                  <a:ext uri="{FF2B5EF4-FFF2-40B4-BE49-F238E27FC236}">
                    <a16:creationId xmlns:a16="http://schemas.microsoft.com/office/drawing/2014/main" id="{6AEA81B6-380E-B541-EC6F-74CA407CE9C3}"/>
                  </a:ext>
                </a:extLst>
              </p:cNvPr>
              <p:cNvPicPr/>
              <p:nvPr/>
            </p:nvPicPr>
            <p:blipFill>
              <a:blip r:embed="rId7"/>
              <a:stretch>
                <a:fillRect/>
              </a:stretch>
            </p:blipFill>
            <p:spPr>
              <a:xfrm>
                <a:off x="860197" y="4413065"/>
                <a:ext cx="245880" cy="248807"/>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09BCF236-5821-2771-3FB6-0DEECA7D383C}"/>
                  </a:ext>
                </a:extLst>
              </p14:cNvPr>
              <p14:cNvContentPartPr/>
              <p14:nvPr/>
            </p14:nvContentPartPr>
            <p14:xfrm>
              <a:off x="1610077" y="2792911"/>
              <a:ext cx="199800" cy="41040"/>
            </p14:xfrm>
          </p:contentPart>
        </mc:Choice>
        <mc:Fallback xmlns="">
          <p:pic>
            <p:nvPicPr>
              <p:cNvPr id="12" name="Ink 11">
                <a:extLst>
                  <a:ext uri="{FF2B5EF4-FFF2-40B4-BE49-F238E27FC236}">
                    <a16:creationId xmlns:a16="http://schemas.microsoft.com/office/drawing/2014/main" id="{09BCF236-5821-2771-3FB6-0DEECA7D383C}"/>
                  </a:ext>
                </a:extLst>
              </p:cNvPr>
              <p:cNvPicPr/>
              <p:nvPr/>
            </p:nvPicPr>
            <p:blipFill>
              <a:blip r:embed="rId9"/>
              <a:stretch>
                <a:fillRect/>
              </a:stretch>
            </p:blipFill>
            <p:spPr>
              <a:xfrm>
                <a:off x="1556077" y="2684911"/>
                <a:ext cx="307440" cy="256680"/>
              </a:xfrm>
              <a:prstGeom prst="rect">
                <a:avLst/>
              </a:prstGeom>
            </p:spPr>
          </p:pic>
        </mc:Fallback>
      </mc:AlternateContent>
    </p:spTree>
    <p:extLst>
      <p:ext uri="{BB962C8B-B14F-4D97-AF65-F5344CB8AC3E}">
        <p14:creationId xmlns:p14="http://schemas.microsoft.com/office/powerpoint/2010/main" val="2771718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0FA79-1337-0A0B-DE7A-F3E1BF3E2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6276C-8139-B01F-4CB7-253DCE77D6B9}"/>
              </a:ext>
            </a:extLst>
          </p:cNvPr>
          <p:cNvSpPr>
            <a:spLocks noGrp="1"/>
          </p:cNvSpPr>
          <p:nvPr>
            <p:ph type="title"/>
          </p:nvPr>
        </p:nvSpPr>
        <p:spPr/>
        <p:txBody>
          <a:bodyPr/>
          <a:lstStyle/>
          <a:p>
            <a:r>
              <a:rPr lang="en-US" dirty="0"/>
              <a:t>4.3.2 Escape Sequences for Special Characters</a:t>
            </a:r>
            <a:r>
              <a:rPr lang="en-US" sz="2000" dirty="0">
                <a:solidFill>
                  <a:srgbClr val="FFFF00"/>
                </a:solidFill>
              </a:rPr>
              <a:t>.</a:t>
            </a:r>
          </a:p>
        </p:txBody>
      </p:sp>
      <p:pic>
        <p:nvPicPr>
          <p:cNvPr id="14" name="Picture 13">
            <a:extLst>
              <a:ext uri="{FF2B5EF4-FFF2-40B4-BE49-F238E27FC236}">
                <a16:creationId xmlns:a16="http://schemas.microsoft.com/office/drawing/2014/main" id="{F766CCCB-0605-B48A-0E84-3BA95F34093A}"/>
              </a:ext>
            </a:extLst>
          </p:cNvPr>
          <p:cNvPicPr>
            <a:picLocks noChangeAspect="1"/>
          </p:cNvPicPr>
          <p:nvPr/>
        </p:nvPicPr>
        <p:blipFill>
          <a:blip r:embed="rId3"/>
          <a:stretch>
            <a:fillRect/>
          </a:stretch>
        </p:blipFill>
        <p:spPr>
          <a:xfrm>
            <a:off x="754094" y="2314003"/>
            <a:ext cx="6599492" cy="3642676"/>
          </a:xfrm>
          <a:prstGeom prst="rect">
            <a:avLst/>
          </a:prstGeom>
        </p:spPr>
      </p:pic>
      <p:pic>
        <p:nvPicPr>
          <p:cNvPr id="16" name="Picture 15">
            <a:extLst>
              <a:ext uri="{FF2B5EF4-FFF2-40B4-BE49-F238E27FC236}">
                <a16:creationId xmlns:a16="http://schemas.microsoft.com/office/drawing/2014/main" id="{ADA8413D-1CA3-470E-08A7-FA5319242907}"/>
              </a:ext>
            </a:extLst>
          </p:cNvPr>
          <p:cNvPicPr>
            <a:picLocks noChangeAspect="1"/>
          </p:cNvPicPr>
          <p:nvPr/>
        </p:nvPicPr>
        <p:blipFill>
          <a:blip r:embed="rId4"/>
          <a:stretch>
            <a:fillRect/>
          </a:stretch>
        </p:blipFill>
        <p:spPr>
          <a:xfrm>
            <a:off x="7621094" y="4554210"/>
            <a:ext cx="4061812" cy="228620"/>
          </a:xfrm>
          <a:prstGeom prst="rect">
            <a:avLst/>
          </a:prstGeom>
        </p:spPr>
      </p:pic>
      <p:pic>
        <p:nvPicPr>
          <p:cNvPr id="18" name="Picture 17">
            <a:extLst>
              <a:ext uri="{FF2B5EF4-FFF2-40B4-BE49-F238E27FC236}">
                <a16:creationId xmlns:a16="http://schemas.microsoft.com/office/drawing/2014/main" id="{9189CF46-83B9-14BC-61D7-D06352D06EA6}"/>
              </a:ext>
            </a:extLst>
          </p:cNvPr>
          <p:cNvPicPr>
            <a:picLocks noChangeAspect="1"/>
          </p:cNvPicPr>
          <p:nvPr/>
        </p:nvPicPr>
        <p:blipFill>
          <a:blip r:embed="rId5"/>
          <a:stretch>
            <a:fillRect/>
          </a:stretch>
        </p:blipFill>
        <p:spPr>
          <a:xfrm>
            <a:off x="7621094" y="3008135"/>
            <a:ext cx="3947502" cy="320068"/>
          </a:xfrm>
          <a:prstGeom prst="rect">
            <a:avLst/>
          </a:prstGeom>
        </p:spPr>
      </p:pic>
      <p:sp>
        <p:nvSpPr>
          <p:cNvPr id="19" name="TextBox 18">
            <a:extLst>
              <a:ext uri="{FF2B5EF4-FFF2-40B4-BE49-F238E27FC236}">
                <a16:creationId xmlns:a16="http://schemas.microsoft.com/office/drawing/2014/main" id="{2569FC38-F84F-61DD-7DCA-F160D9CD0B45}"/>
              </a:ext>
            </a:extLst>
          </p:cNvPr>
          <p:cNvSpPr txBox="1"/>
          <p:nvPr/>
        </p:nvSpPr>
        <p:spPr>
          <a:xfrm>
            <a:off x="8938287" y="2603243"/>
            <a:ext cx="1194558" cy="369332"/>
          </a:xfrm>
          <a:prstGeom prst="rect">
            <a:avLst/>
          </a:prstGeom>
          <a:noFill/>
        </p:spPr>
        <p:txBody>
          <a:bodyPr wrap="none" rtlCol="0">
            <a:spAutoFit/>
          </a:bodyPr>
          <a:lstStyle/>
          <a:p>
            <a:r>
              <a:rPr lang="en-US" dirty="0">
                <a:solidFill>
                  <a:srgbClr val="FFFF00"/>
                </a:solidFill>
              </a:rPr>
              <a:t>Incorrect</a:t>
            </a:r>
          </a:p>
        </p:txBody>
      </p:sp>
      <p:sp>
        <p:nvSpPr>
          <p:cNvPr id="20" name="TextBox 19">
            <a:extLst>
              <a:ext uri="{FF2B5EF4-FFF2-40B4-BE49-F238E27FC236}">
                <a16:creationId xmlns:a16="http://schemas.microsoft.com/office/drawing/2014/main" id="{15EE5E7F-25F0-2BD6-4B52-6BCC4258CEB4}"/>
              </a:ext>
            </a:extLst>
          </p:cNvPr>
          <p:cNvSpPr txBox="1"/>
          <p:nvPr/>
        </p:nvSpPr>
        <p:spPr>
          <a:xfrm>
            <a:off x="8938287" y="4113758"/>
            <a:ext cx="1039067" cy="369332"/>
          </a:xfrm>
          <a:prstGeom prst="rect">
            <a:avLst/>
          </a:prstGeom>
          <a:noFill/>
        </p:spPr>
        <p:txBody>
          <a:bodyPr wrap="none" rtlCol="0">
            <a:spAutoFit/>
          </a:bodyPr>
          <a:lstStyle/>
          <a:p>
            <a:r>
              <a:rPr lang="en-US" dirty="0">
                <a:solidFill>
                  <a:srgbClr val="FFFF00"/>
                </a:solidFill>
              </a:rPr>
              <a:t>Correct</a:t>
            </a:r>
          </a:p>
        </p:txBody>
      </p:sp>
    </p:spTree>
    <p:extLst>
      <p:ext uri="{BB962C8B-B14F-4D97-AF65-F5344CB8AC3E}">
        <p14:creationId xmlns:p14="http://schemas.microsoft.com/office/powerpoint/2010/main" val="169489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B059B-59F4-7D65-50CB-1D90DFE90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C80D4-7F5F-1F50-DF19-5C71620C772E}"/>
              </a:ext>
            </a:extLst>
          </p:cNvPr>
          <p:cNvSpPr>
            <a:spLocks noGrp="1"/>
          </p:cNvSpPr>
          <p:nvPr>
            <p:ph type="title"/>
          </p:nvPr>
        </p:nvSpPr>
        <p:spPr/>
        <p:txBody>
          <a:bodyPr/>
          <a:lstStyle/>
          <a:p>
            <a:r>
              <a:rPr lang="en-US" dirty="0"/>
              <a:t>4.3.3 Casting between  and Numeric Types</a:t>
            </a:r>
            <a:r>
              <a:rPr lang="en-US" sz="2000" dirty="0">
                <a:solidFill>
                  <a:srgbClr val="FFFF00"/>
                </a:solidFill>
              </a:rPr>
              <a:t>.</a:t>
            </a:r>
          </a:p>
        </p:txBody>
      </p:sp>
      <p:sp>
        <p:nvSpPr>
          <p:cNvPr id="5" name="TextBox 4">
            <a:extLst>
              <a:ext uri="{FF2B5EF4-FFF2-40B4-BE49-F238E27FC236}">
                <a16:creationId xmlns:a16="http://schemas.microsoft.com/office/drawing/2014/main" id="{CD25557E-22D7-E215-6754-B272DC03A9DA}"/>
              </a:ext>
            </a:extLst>
          </p:cNvPr>
          <p:cNvSpPr txBox="1"/>
          <p:nvPr/>
        </p:nvSpPr>
        <p:spPr>
          <a:xfrm>
            <a:off x="646110" y="1853248"/>
            <a:ext cx="11221211" cy="646331"/>
          </a:xfrm>
          <a:prstGeom prst="rect">
            <a:avLst/>
          </a:prstGeom>
          <a:noFill/>
        </p:spPr>
        <p:txBody>
          <a:bodyPr wrap="square">
            <a:spAutoFit/>
          </a:bodyPr>
          <a:lstStyle/>
          <a:p>
            <a:r>
              <a:rPr lang="en-US" b="1" dirty="0">
                <a:solidFill>
                  <a:srgbClr val="FFFF00"/>
                </a:solidFill>
              </a:rPr>
              <a:t>A  </a:t>
            </a:r>
            <a:r>
              <a:rPr lang="en-US" b="1" u="sng" dirty="0">
                <a:solidFill>
                  <a:srgbClr val="FFFF00"/>
                </a:solidFill>
              </a:rPr>
              <a:t>char</a:t>
            </a:r>
            <a:r>
              <a:rPr lang="en-US" b="1" dirty="0">
                <a:solidFill>
                  <a:srgbClr val="FFFF00"/>
                </a:solidFill>
              </a:rPr>
              <a:t> can be cast into any numeric type, and vice versa. When an integer is cast into a , only its lower 16 bits of data are used; the other part is ignored.</a:t>
            </a:r>
          </a:p>
        </p:txBody>
      </p:sp>
      <p:pic>
        <p:nvPicPr>
          <p:cNvPr id="7" name="Picture 6">
            <a:extLst>
              <a:ext uri="{FF2B5EF4-FFF2-40B4-BE49-F238E27FC236}">
                <a16:creationId xmlns:a16="http://schemas.microsoft.com/office/drawing/2014/main" id="{25D19A5E-695F-B3AA-CB1B-C2F7BD89F401}"/>
              </a:ext>
            </a:extLst>
          </p:cNvPr>
          <p:cNvPicPr>
            <a:picLocks noChangeAspect="1"/>
          </p:cNvPicPr>
          <p:nvPr/>
        </p:nvPicPr>
        <p:blipFill>
          <a:blip r:embed="rId3"/>
          <a:stretch>
            <a:fillRect/>
          </a:stretch>
        </p:blipFill>
        <p:spPr>
          <a:xfrm>
            <a:off x="717342" y="2830778"/>
            <a:ext cx="6066046" cy="1196444"/>
          </a:xfrm>
          <a:prstGeom prst="rect">
            <a:avLst/>
          </a:prstGeom>
        </p:spPr>
      </p:pic>
      <p:pic>
        <p:nvPicPr>
          <p:cNvPr id="9" name="Picture 8">
            <a:extLst>
              <a:ext uri="{FF2B5EF4-FFF2-40B4-BE49-F238E27FC236}">
                <a16:creationId xmlns:a16="http://schemas.microsoft.com/office/drawing/2014/main" id="{3F91A4ED-B319-8099-374E-1E14012D737B}"/>
              </a:ext>
            </a:extLst>
          </p:cNvPr>
          <p:cNvPicPr>
            <a:picLocks noChangeAspect="1"/>
          </p:cNvPicPr>
          <p:nvPr/>
        </p:nvPicPr>
        <p:blipFill>
          <a:blip r:embed="rId4"/>
          <a:stretch>
            <a:fillRect/>
          </a:stretch>
        </p:blipFill>
        <p:spPr>
          <a:xfrm>
            <a:off x="717342" y="4358421"/>
            <a:ext cx="4976291" cy="777307"/>
          </a:xfrm>
          <a:prstGeom prst="rect">
            <a:avLst/>
          </a:prstGeom>
        </p:spPr>
      </p:pic>
    </p:spTree>
    <p:extLst>
      <p:ext uri="{BB962C8B-B14F-4D97-AF65-F5344CB8AC3E}">
        <p14:creationId xmlns:p14="http://schemas.microsoft.com/office/powerpoint/2010/main" val="1513491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3734A-7D6B-8211-2253-8A3E993103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BB5DC7-025D-2072-EAAD-DF4B3078525D}"/>
              </a:ext>
            </a:extLst>
          </p:cNvPr>
          <p:cNvSpPr>
            <a:spLocks noGrp="1"/>
          </p:cNvSpPr>
          <p:nvPr>
            <p:ph type="title"/>
          </p:nvPr>
        </p:nvSpPr>
        <p:spPr/>
        <p:txBody>
          <a:bodyPr/>
          <a:lstStyle/>
          <a:p>
            <a:r>
              <a:rPr lang="en-US" dirty="0"/>
              <a:t>4.3.4 Comparing and Testing Characters</a:t>
            </a:r>
            <a:r>
              <a:rPr lang="en-US" sz="2000" dirty="0">
                <a:solidFill>
                  <a:srgbClr val="FFFF00"/>
                </a:solidFill>
              </a:rPr>
              <a:t>.</a:t>
            </a:r>
          </a:p>
        </p:txBody>
      </p:sp>
      <p:sp>
        <p:nvSpPr>
          <p:cNvPr id="5" name="TextBox 4">
            <a:extLst>
              <a:ext uri="{FF2B5EF4-FFF2-40B4-BE49-F238E27FC236}">
                <a16:creationId xmlns:a16="http://schemas.microsoft.com/office/drawing/2014/main" id="{AB7FFEE8-787F-380D-5338-0A2DDF62AD46}"/>
              </a:ext>
            </a:extLst>
          </p:cNvPr>
          <p:cNvSpPr txBox="1"/>
          <p:nvPr/>
        </p:nvSpPr>
        <p:spPr>
          <a:xfrm>
            <a:off x="646110" y="1853248"/>
            <a:ext cx="11221211" cy="369332"/>
          </a:xfrm>
          <a:prstGeom prst="rect">
            <a:avLst/>
          </a:prstGeom>
          <a:noFill/>
        </p:spPr>
        <p:txBody>
          <a:bodyPr wrap="square">
            <a:spAutoFit/>
          </a:bodyPr>
          <a:lstStyle/>
          <a:p>
            <a:r>
              <a:rPr lang="en-US" b="1" dirty="0">
                <a:solidFill>
                  <a:srgbClr val="FFFF00"/>
                </a:solidFill>
              </a:rPr>
              <a:t>Two characters can be compared using the relational operators just like comparing two numbers.</a:t>
            </a:r>
          </a:p>
        </p:txBody>
      </p:sp>
      <p:pic>
        <p:nvPicPr>
          <p:cNvPr id="6" name="Picture 5">
            <a:extLst>
              <a:ext uri="{FF2B5EF4-FFF2-40B4-BE49-F238E27FC236}">
                <a16:creationId xmlns:a16="http://schemas.microsoft.com/office/drawing/2014/main" id="{49CA3423-321D-5970-E6EF-E4BB45558014}"/>
              </a:ext>
            </a:extLst>
          </p:cNvPr>
          <p:cNvPicPr>
            <a:picLocks noChangeAspect="1"/>
          </p:cNvPicPr>
          <p:nvPr/>
        </p:nvPicPr>
        <p:blipFill>
          <a:blip r:embed="rId3"/>
          <a:stretch>
            <a:fillRect/>
          </a:stretch>
        </p:blipFill>
        <p:spPr>
          <a:xfrm>
            <a:off x="769860" y="2689719"/>
            <a:ext cx="5921253" cy="2141406"/>
          </a:xfrm>
          <a:prstGeom prst="rect">
            <a:avLst/>
          </a:prstGeom>
        </p:spPr>
      </p:pic>
    </p:spTree>
    <p:extLst>
      <p:ext uri="{BB962C8B-B14F-4D97-AF65-F5344CB8AC3E}">
        <p14:creationId xmlns:p14="http://schemas.microsoft.com/office/powerpoint/2010/main" val="1199830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B6F5F-AF93-2269-0548-15436034C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54937-8205-51B9-66E2-854361AEA5F8}"/>
              </a:ext>
            </a:extLst>
          </p:cNvPr>
          <p:cNvSpPr>
            <a:spLocks noGrp="1"/>
          </p:cNvSpPr>
          <p:nvPr>
            <p:ph type="title"/>
          </p:nvPr>
        </p:nvSpPr>
        <p:spPr/>
        <p:txBody>
          <a:bodyPr/>
          <a:lstStyle/>
          <a:p>
            <a:r>
              <a:rPr lang="en-US" dirty="0"/>
              <a:t>4.3.4 Comparing and Testing Characters</a:t>
            </a:r>
            <a:r>
              <a:rPr lang="en-US" sz="2000" dirty="0">
                <a:solidFill>
                  <a:srgbClr val="FFFF00"/>
                </a:solidFill>
              </a:rPr>
              <a:t>.</a:t>
            </a:r>
          </a:p>
        </p:txBody>
      </p:sp>
      <p:sp>
        <p:nvSpPr>
          <p:cNvPr id="5" name="TextBox 4">
            <a:extLst>
              <a:ext uri="{FF2B5EF4-FFF2-40B4-BE49-F238E27FC236}">
                <a16:creationId xmlns:a16="http://schemas.microsoft.com/office/drawing/2014/main" id="{351A86A8-84D3-EB1B-1B22-134EDED63D3D}"/>
              </a:ext>
            </a:extLst>
          </p:cNvPr>
          <p:cNvSpPr txBox="1"/>
          <p:nvPr/>
        </p:nvSpPr>
        <p:spPr>
          <a:xfrm>
            <a:off x="646110" y="1853248"/>
            <a:ext cx="11221211" cy="369332"/>
          </a:xfrm>
          <a:prstGeom prst="rect">
            <a:avLst/>
          </a:prstGeom>
          <a:noFill/>
        </p:spPr>
        <p:txBody>
          <a:bodyPr wrap="square">
            <a:spAutoFit/>
          </a:bodyPr>
          <a:lstStyle/>
          <a:p>
            <a:r>
              <a:rPr lang="en-US" b="1" dirty="0">
                <a:solidFill>
                  <a:srgbClr val="FFFF00"/>
                </a:solidFill>
              </a:rPr>
              <a:t>Wrapper class Character has convenience methods for testing and comparison</a:t>
            </a:r>
          </a:p>
        </p:txBody>
      </p:sp>
      <p:pic>
        <p:nvPicPr>
          <p:cNvPr id="8" name="Picture 7">
            <a:extLst>
              <a:ext uri="{FF2B5EF4-FFF2-40B4-BE49-F238E27FC236}">
                <a16:creationId xmlns:a16="http://schemas.microsoft.com/office/drawing/2014/main" id="{CE9E9D17-C94B-82AE-70DE-1C167DC66395}"/>
              </a:ext>
            </a:extLst>
          </p:cNvPr>
          <p:cNvPicPr>
            <a:picLocks noChangeAspect="1"/>
          </p:cNvPicPr>
          <p:nvPr/>
        </p:nvPicPr>
        <p:blipFill>
          <a:blip r:embed="rId3"/>
          <a:stretch>
            <a:fillRect/>
          </a:stretch>
        </p:blipFill>
        <p:spPr>
          <a:xfrm>
            <a:off x="741998" y="2369003"/>
            <a:ext cx="6652837" cy="3551228"/>
          </a:xfrm>
          <a:prstGeom prst="rect">
            <a:avLst/>
          </a:prstGeom>
        </p:spPr>
      </p:pic>
    </p:spTree>
    <p:extLst>
      <p:ext uri="{BB962C8B-B14F-4D97-AF65-F5344CB8AC3E}">
        <p14:creationId xmlns:p14="http://schemas.microsoft.com/office/powerpoint/2010/main" val="3809011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5B274-710A-23D3-7F6F-C1CC96BB0D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F101DF-1200-1E53-2983-5B2F3AB00D16}"/>
              </a:ext>
            </a:extLst>
          </p:cNvPr>
          <p:cNvSpPr>
            <a:spLocks noGrp="1"/>
          </p:cNvSpPr>
          <p:nvPr>
            <p:ph type="title"/>
          </p:nvPr>
        </p:nvSpPr>
        <p:spPr/>
        <p:txBody>
          <a:bodyPr/>
          <a:lstStyle/>
          <a:p>
            <a:r>
              <a:rPr lang="en-US" dirty="0"/>
              <a:t>4.4 The String Type</a:t>
            </a:r>
            <a:endParaRPr lang="en-US" sz="2000" dirty="0">
              <a:solidFill>
                <a:srgbClr val="FFFF00"/>
              </a:solidFill>
            </a:endParaRPr>
          </a:p>
        </p:txBody>
      </p:sp>
      <p:sp>
        <p:nvSpPr>
          <p:cNvPr id="5" name="TextBox 4">
            <a:extLst>
              <a:ext uri="{FF2B5EF4-FFF2-40B4-BE49-F238E27FC236}">
                <a16:creationId xmlns:a16="http://schemas.microsoft.com/office/drawing/2014/main" id="{07186C0C-3B1E-B977-ACC7-F6A017F67C7C}"/>
              </a:ext>
            </a:extLst>
          </p:cNvPr>
          <p:cNvSpPr txBox="1"/>
          <p:nvPr/>
        </p:nvSpPr>
        <p:spPr>
          <a:xfrm>
            <a:off x="646111" y="1316535"/>
            <a:ext cx="11221211" cy="369332"/>
          </a:xfrm>
          <a:prstGeom prst="rect">
            <a:avLst/>
          </a:prstGeom>
          <a:noFill/>
        </p:spPr>
        <p:txBody>
          <a:bodyPr wrap="square">
            <a:spAutoFit/>
          </a:bodyPr>
          <a:lstStyle/>
          <a:p>
            <a:r>
              <a:rPr lang="en-US" b="1" dirty="0">
                <a:solidFill>
                  <a:srgbClr val="FFFF00"/>
                </a:solidFill>
              </a:rPr>
              <a:t>A String is a sequence of characters.</a:t>
            </a:r>
          </a:p>
        </p:txBody>
      </p:sp>
      <p:pic>
        <p:nvPicPr>
          <p:cNvPr id="4" name="Picture 3">
            <a:extLst>
              <a:ext uri="{FF2B5EF4-FFF2-40B4-BE49-F238E27FC236}">
                <a16:creationId xmlns:a16="http://schemas.microsoft.com/office/drawing/2014/main" id="{913068CB-BB15-81E6-E2D0-C8C4F6E1CD9F}"/>
              </a:ext>
            </a:extLst>
          </p:cNvPr>
          <p:cNvPicPr>
            <a:picLocks noChangeAspect="1"/>
          </p:cNvPicPr>
          <p:nvPr/>
        </p:nvPicPr>
        <p:blipFill>
          <a:blip r:embed="rId3"/>
          <a:stretch>
            <a:fillRect/>
          </a:stretch>
        </p:blipFill>
        <p:spPr>
          <a:xfrm>
            <a:off x="646111" y="2946713"/>
            <a:ext cx="6652837" cy="3558848"/>
          </a:xfrm>
          <a:prstGeom prst="rect">
            <a:avLst/>
          </a:prstGeom>
        </p:spPr>
      </p:pic>
      <p:pic>
        <p:nvPicPr>
          <p:cNvPr id="6" name="Picture 5">
            <a:extLst>
              <a:ext uri="{FF2B5EF4-FFF2-40B4-BE49-F238E27FC236}">
                <a16:creationId xmlns:a16="http://schemas.microsoft.com/office/drawing/2014/main" id="{885D6A63-7489-D55C-331E-7D48A660E385}"/>
              </a:ext>
            </a:extLst>
          </p:cNvPr>
          <p:cNvPicPr>
            <a:picLocks noChangeAspect="1"/>
          </p:cNvPicPr>
          <p:nvPr/>
        </p:nvPicPr>
        <p:blipFill>
          <a:blip r:embed="rId4"/>
          <a:stretch>
            <a:fillRect/>
          </a:stretch>
        </p:blipFill>
        <p:spPr>
          <a:xfrm>
            <a:off x="646111" y="2125636"/>
            <a:ext cx="3025402" cy="274344"/>
          </a:xfrm>
          <a:prstGeom prst="rect">
            <a:avLst/>
          </a:prstGeom>
        </p:spPr>
      </p:pic>
    </p:spTree>
    <p:extLst>
      <p:ext uri="{BB962C8B-B14F-4D97-AF65-F5344CB8AC3E}">
        <p14:creationId xmlns:p14="http://schemas.microsoft.com/office/powerpoint/2010/main" val="3581009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6C76F-003A-2745-FD62-5F8F857D7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CA8BF6-1CA1-80F2-500A-0C3B1AC59D3F}"/>
              </a:ext>
            </a:extLst>
          </p:cNvPr>
          <p:cNvSpPr>
            <a:spLocks noGrp="1"/>
          </p:cNvSpPr>
          <p:nvPr>
            <p:ph type="title"/>
          </p:nvPr>
        </p:nvSpPr>
        <p:spPr/>
        <p:txBody>
          <a:bodyPr/>
          <a:lstStyle/>
          <a:p>
            <a:r>
              <a:rPr lang="en-US" dirty="0"/>
              <a:t>4.4.7 Comparing Strings</a:t>
            </a:r>
            <a:endParaRPr lang="en-US" sz="2000" dirty="0">
              <a:solidFill>
                <a:srgbClr val="FFFF00"/>
              </a:solidFill>
            </a:endParaRPr>
          </a:p>
        </p:txBody>
      </p:sp>
      <p:pic>
        <p:nvPicPr>
          <p:cNvPr id="7" name="Picture 6">
            <a:extLst>
              <a:ext uri="{FF2B5EF4-FFF2-40B4-BE49-F238E27FC236}">
                <a16:creationId xmlns:a16="http://schemas.microsoft.com/office/drawing/2014/main" id="{18CCB547-8A34-1631-2EFC-BCF040C91855}"/>
              </a:ext>
            </a:extLst>
          </p:cNvPr>
          <p:cNvPicPr>
            <a:picLocks noChangeAspect="1"/>
          </p:cNvPicPr>
          <p:nvPr/>
        </p:nvPicPr>
        <p:blipFill>
          <a:blip r:embed="rId3"/>
          <a:stretch>
            <a:fillRect/>
          </a:stretch>
        </p:blipFill>
        <p:spPr>
          <a:xfrm>
            <a:off x="837418" y="1500973"/>
            <a:ext cx="6561389" cy="3856054"/>
          </a:xfrm>
          <a:prstGeom prst="rect">
            <a:avLst/>
          </a:prstGeom>
        </p:spPr>
      </p:pic>
    </p:spTree>
    <p:extLst>
      <p:ext uri="{BB962C8B-B14F-4D97-AF65-F5344CB8AC3E}">
        <p14:creationId xmlns:p14="http://schemas.microsoft.com/office/powerpoint/2010/main" val="3919510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BE0B8-42BC-F988-0F5B-CB169C700B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D5A213-740C-50FE-8B8A-5C16E7AB00CC}"/>
              </a:ext>
            </a:extLst>
          </p:cNvPr>
          <p:cNvSpPr>
            <a:spLocks noGrp="1"/>
          </p:cNvSpPr>
          <p:nvPr>
            <p:ph type="title"/>
          </p:nvPr>
        </p:nvSpPr>
        <p:spPr/>
        <p:txBody>
          <a:bodyPr/>
          <a:lstStyle/>
          <a:p>
            <a:r>
              <a:rPr lang="en-US" dirty="0"/>
              <a:t>4.4.8 Obtaining Substrings</a:t>
            </a:r>
            <a:endParaRPr lang="en-US" sz="2000" dirty="0">
              <a:solidFill>
                <a:srgbClr val="FFFF00"/>
              </a:solidFill>
            </a:endParaRPr>
          </a:p>
        </p:txBody>
      </p:sp>
      <p:pic>
        <p:nvPicPr>
          <p:cNvPr id="4" name="Picture 3">
            <a:extLst>
              <a:ext uri="{FF2B5EF4-FFF2-40B4-BE49-F238E27FC236}">
                <a16:creationId xmlns:a16="http://schemas.microsoft.com/office/drawing/2014/main" id="{7474B5FB-CA6A-0E85-70B8-385BF8F49E8C}"/>
              </a:ext>
            </a:extLst>
          </p:cNvPr>
          <p:cNvPicPr>
            <a:picLocks noChangeAspect="1"/>
          </p:cNvPicPr>
          <p:nvPr/>
        </p:nvPicPr>
        <p:blipFill>
          <a:blip r:embed="rId3"/>
          <a:stretch>
            <a:fillRect/>
          </a:stretch>
        </p:blipFill>
        <p:spPr>
          <a:xfrm>
            <a:off x="743330" y="1326281"/>
            <a:ext cx="6530906" cy="2834886"/>
          </a:xfrm>
          <a:prstGeom prst="rect">
            <a:avLst/>
          </a:prstGeom>
        </p:spPr>
      </p:pic>
      <p:pic>
        <p:nvPicPr>
          <p:cNvPr id="9" name="Picture 8">
            <a:extLst>
              <a:ext uri="{FF2B5EF4-FFF2-40B4-BE49-F238E27FC236}">
                <a16:creationId xmlns:a16="http://schemas.microsoft.com/office/drawing/2014/main" id="{8ED1C3A7-1CCB-FB39-402B-6F707BAB540A}"/>
              </a:ext>
            </a:extLst>
          </p:cNvPr>
          <p:cNvPicPr>
            <a:picLocks noChangeAspect="1"/>
          </p:cNvPicPr>
          <p:nvPr/>
        </p:nvPicPr>
        <p:blipFill>
          <a:blip r:embed="rId4"/>
          <a:stretch>
            <a:fillRect/>
          </a:stretch>
        </p:blipFill>
        <p:spPr>
          <a:xfrm>
            <a:off x="806291" y="4248585"/>
            <a:ext cx="4785775" cy="594412"/>
          </a:xfrm>
          <a:prstGeom prst="rect">
            <a:avLst/>
          </a:prstGeom>
        </p:spPr>
      </p:pic>
      <p:sp>
        <p:nvSpPr>
          <p:cNvPr id="13" name="TextBox 12">
            <a:extLst>
              <a:ext uri="{FF2B5EF4-FFF2-40B4-BE49-F238E27FC236}">
                <a16:creationId xmlns:a16="http://schemas.microsoft.com/office/drawing/2014/main" id="{B789CA2B-810F-4147-9121-23645307DBBE}"/>
              </a:ext>
            </a:extLst>
          </p:cNvPr>
          <p:cNvSpPr txBox="1"/>
          <p:nvPr/>
        </p:nvSpPr>
        <p:spPr>
          <a:xfrm>
            <a:off x="662596" y="5004753"/>
            <a:ext cx="7103191" cy="369332"/>
          </a:xfrm>
          <a:prstGeom prst="rect">
            <a:avLst/>
          </a:prstGeom>
          <a:noFill/>
        </p:spPr>
        <p:txBody>
          <a:bodyPr wrap="square">
            <a:spAutoFit/>
          </a:bodyPr>
          <a:lstStyle/>
          <a:p>
            <a:r>
              <a:rPr lang="en-US" dirty="0" err="1">
                <a:latin typeface="Consolas" panose="020B0609020204030204" pitchFamily="49" charset="0"/>
              </a:rPr>
              <a:t>System.out.println</a:t>
            </a:r>
            <a:r>
              <a:rPr lang="en-US" dirty="0">
                <a:latin typeface="Consolas" panose="020B0609020204030204" pitchFamily="49" charset="0"/>
              </a:rPr>
              <a:t>("Welcome to </a:t>
            </a:r>
            <a:r>
              <a:rPr lang="en-US" dirty="0" err="1">
                <a:latin typeface="Consolas" panose="020B0609020204030204" pitchFamily="49" charset="0"/>
              </a:rPr>
              <a:t>Java".substring</a:t>
            </a:r>
            <a:r>
              <a:rPr lang="en-US" dirty="0">
                <a:latin typeface="Consolas" panose="020B0609020204030204" pitchFamily="49" charset="0"/>
              </a:rPr>
              <a:t>(5));</a:t>
            </a:r>
          </a:p>
        </p:txBody>
      </p:sp>
      <p:sp>
        <p:nvSpPr>
          <p:cNvPr id="15" name="TextBox 14">
            <a:extLst>
              <a:ext uri="{FF2B5EF4-FFF2-40B4-BE49-F238E27FC236}">
                <a16:creationId xmlns:a16="http://schemas.microsoft.com/office/drawing/2014/main" id="{BEF098AE-1328-DC2A-59E4-45EBE5962C5D}"/>
              </a:ext>
            </a:extLst>
          </p:cNvPr>
          <p:cNvSpPr txBox="1"/>
          <p:nvPr/>
        </p:nvSpPr>
        <p:spPr>
          <a:xfrm>
            <a:off x="662596" y="5686583"/>
            <a:ext cx="7255565" cy="369332"/>
          </a:xfrm>
          <a:prstGeom prst="rect">
            <a:avLst/>
          </a:prstGeom>
          <a:noFill/>
        </p:spPr>
        <p:txBody>
          <a:bodyPr wrap="square">
            <a:spAutoFit/>
          </a:bodyPr>
          <a:lstStyle/>
          <a:p>
            <a:r>
              <a:rPr lang="en-US" dirty="0" err="1">
                <a:latin typeface="Consolas" panose="020B0609020204030204" pitchFamily="49" charset="0"/>
              </a:rPr>
              <a:t>System.out.println</a:t>
            </a:r>
            <a:r>
              <a:rPr lang="en-US" dirty="0">
                <a:latin typeface="Consolas" panose="020B0609020204030204" pitchFamily="49" charset="0"/>
              </a:rPr>
              <a:t>("Welcome to </a:t>
            </a:r>
            <a:r>
              <a:rPr lang="en-US" dirty="0" err="1">
                <a:latin typeface="Consolas" panose="020B0609020204030204" pitchFamily="49" charset="0"/>
              </a:rPr>
              <a:t>Java".substring</a:t>
            </a:r>
            <a:r>
              <a:rPr lang="en-US" dirty="0">
                <a:latin typeface="Consolas" panose="020B0609020204030204" pitchFamily="49" charset="0"/>
              </a:rPr>
              <a:t>(5, 12));</a:t>
            </a:r>
          </a:p>
        </p:txBody>
      </p:sp>
      <p:sp>
        <p:nvSpPr>
          <p:cNvPr id="17" name="TextBox 16">
            <a:extLst>
              <a:ext uri="{FF2B5EF4-FFF2-40B4-BE49-F238E27FC236}">
                <a16:creationId xmlns:a16="http://schemas.microsoft.com/office/drawing/2014/main" id="{0D7197A1-0687-48E1-C741-4CCA4510136C}"/>
              </a:ext>
            </a:extLst>
          </p:cNvPr>
          <p:cNvSpPr txBox="1"/>
          <p:nvPr/>
        </p:nvSpPr>
        <p:spPr>
          <a:xfrm>
            <a:off x="662596" y="5317251"/>
            <a:ext cx="6241774" cy="369332"/>
          </a:xfrm>
          <a:prstGeom prst="rect">
            <a:avLst/>
          </a:prstGeom>
          <a:noFill/>
        </p:spPr>
        <p:txBody>
          <a:bodyPr wrap="square">
            <a:spAutoFit/>
          </a:bodyPr>
          <a:lstStyle/>
          <a:p>
            <a:r>
              <a:rPr lang="en-US" dirty="0">
                <a:solidFill>
                  <a:srgbClr val="FFFF00"/>
                </a:solidFill>
              </a:rPr>
              <a:t>me to Java</a:t>
            </a:r>
          </a:p>
        </p:txBody>
      </p:sp>
      <p:sp>
        <p:nvSpPr>
          <p:cNvPr id="19" name="TextBox 18">
            <a:extLst>
              <a:ext uri="{FF2B5EF4-FFF2-40B4-BE49-F238E27FC236}">
                <a16:creationId xmlns:a16="http://schemas.microsoft.com/office/drawing/2014/main" id="{37BBD8ED-FBB1-AE67-5559-557B395D9E9F}"/>
              </a:ext>
            </a:extLst>
          </p:cNvPr>
          <p:cNvSpPr txBox="1"/>
          <p:nvPr/>
        </p:nvSpPr>
        <p:spPr>
          <a:xfrm>
            <a:off x="646111" y="5999081"/>
            <a:ext cx="6097656" cy="369332"/>
          </a:xfrm>
          <a:prstGeom prst="rect">
            <a:avLst/>
          </a:prstGeom>
          <a:noFill/>
        </p:spPr>
        <p:txBody>
          <a:bodyPr wrap="square">
            <a:spAutoFit/>
          </a:bodyPr>
          <a:lstStyle/>
          <a:p>
            <a:r>
              <a:rPr lang="en-US" dirty="0">
                <a:solidFill>
                  <a:srgbClr val="FFFF00"/>
                </a:solidFill>
              </a:rPr>
              <a:t>me to J</a:t>
            </a:r>
          </a:p>
        </p:txBody>
      </p:sp>
    </p:spTree>
    <p:extLst>
      <p:ext uri="{BB962C8B-B14F-4D97-AF65-F5344CB8AC3E}">
        <p14:creationId xmlns:p14="http://schemas.microsoft.com/office/powerpoint/2010/main" val="3157069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C0D20-5F29-F112-C60A-1943B5619D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065C2-CA01-1BB5-8512-F5123753C462}"/>
              </a:ext>
            </a:extLst>
          </p:cNvPr>
          <p:cNvSpPr>
            <a:spLocks noGrp="1"/>
          </p:cNvSpPr>
          <p:nvPr>
            <p:ph type="title"/>
          </p:nvPr>
        </p:nvSpPr>
        <p:spPr/>
        <p:txBody>
          <a:bodyPr/>
          <a:lstStyle/>
          <a:p>
            <a:r>
              <a:rPr lang="en-US" dirty="0"/>
              <a:t>4.4.9 Finding a character in a substring</a:t>
            </a:r>
            <a:endParaRPr lang="en-US" sz="2000" dirty="0">
              <a:solidFill>
                <a:srgbClr val="FFFF00"/>
              </a:solidFill>
            </a:endParaRPr>
          </a:p>
        </p:txBody>
      </p:sp>
      <p:pic>
        <p:nvPicPr>
          <p:cNvPr id="5" name="Picture 4">
            <a:extLst>
              <a:ext uri="{FF2B5EF4-FFF2-40B4-BE49-F238E27FC236}">
                <a16:creationId xmlns:a16="http://schemas.microsoft.com/office/drawing/2014/main" id="{CA83544A-35EE-6B5E-5A55-2A532B7C7B59}"/>
              </a:ext>
            </a:extLst>
          </p:cNvPr>
          <p:cNvPicPr>
            <a:picLocks noChangeAspect="1"/>
          </p:cNvPicPr>
          <p:nvPr/>
        </p:nvPicPr>
        <p:blipFill>
          <a:blip r:embed="rId3"/>
          <a:stretch>
            <a:fillRect/>
          </a:stretch>
        </p:blipFill>
        <p:spPr>
          <a:xfrm>
            <a:off x="4560782" y="1233706"/>
            <a:ext cx="6569009" cy="5464013"/>
          </a:xfrm>
          <a:prstGeom prst="rect">
            <a:avLst/>
          </a:prstGeom>
        </p:spPr>
      </p:pic>
    </p:spTree>
    <p:extLst>
      <p:ext uri="{BB962C8B-B14F-4D97-AF65-F5344CB8AC3E}">
        <p14:creationId xmlns:p14="http://schemas.microsoft.com/office/powerpoint/2010/main" val="2257756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A0CC3-B1A3-5C11-4068-D49135245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A000E0-558F-A1A3-9F52-932C29705B32}"/>
              </a:ext>
            </a:extLst>
          </p:cNvPr>
          <p:cNvSpPr>
            <a:spLocks noGrp="1"/>
          </p:cNvSpPr>
          <p:nvPr>
            <p:ph type="title"/>
          </p:nvPr>
        </p:nvSpPr>
        <p:spPr/>
        <p:txBody>
          <a:bodyPr/>
          <a:lstStyle/>
          <a:p>
            <a:r>
              <a:rPr lang="en-US" dirty="0"/>
              <a:t>4.4.10 Conversion between Strings and Numbers</a:t>
            </a:r>
            <a:endParaRPr lang="en-US" sz="2000" dirty="0">
              <a:solidFill>
                <a:srgbClr val="FFFF00"/>
              </a:solidFill>
            </a:endParaRPr>
          </a:p>
        </p:txBody>
      </p:sp>
      <p:sp>
        <p:nvSpPr>
          <p:cNvPr id="3" name="TextBox 2">
            <a:extLst>
              <a:ext uri="{FF2B5EF4-FFF2-40B4-BE49-F238E27FC236}">
                <a16:creationId xmlns:a16="http://schemas.microsoft.com/office/drawing/2014/main" id="{46A1ED15-06D2-947E-8A44-0EE28EA09D6F}"/>
              </a:ext>
            </a:extLst>
          </p:cNvPr>
          <p:cNvSpPr txBox="1"/>
          <p:nvPr/>
        </p:nvSpPr>
        <p:spPr>
          <a:xfrm>
            <a:off x="964096" y="2345635"/>
            <a:ext cx="6389891" cy="3139321"/>
          </a:xfrm>
          <a:prstGeom prst="rect">
            <a:avLst/>
          </a:prstGeom>
          <a:noFill/>
        </p:spPr>
        <p:txBody>
          <a:bodyPr wrap="none" rtlCol="0">
            <a:spAutoFit/>
          </a:bodyPr>
          <a:lstStyle/>
          <a:p>
            <a:r>
              <a:rPr lang="en-US" b="1" dirty="0" err="1"/>
              <a:t>Interger.parseInt</a:t>
            </a:r>
            <a:r>
              <a:rPr lang="en-US" b="1" dirty="0"/>
              <a:t>(</a:t>
            </a:r>
            <a:r>
              <a:rPr lang="en-US" b="1" dirty="0" err="1"/>
              <a:t>StringValue</a:t>
            </a:r>
            <a:r>
              <a:rPr lang="en-US" b="1" dirty="0"/>
              <a:t>)</a:t>
            </a:r>
          </a:p>
          <a:p>
            <a:endParaRPr lang="en-US" b="1" dirty="0"/>
          </a:p>
          <a:p>
            <a:r>
              <a:rPr lang="en-US" i="1" dirty="0"/>
              <a:t>Example:</a:t>
            </a:r>
          </a:p>
          <a:p>
            <a:r>
              <a:rPr lang="en-US" dirty="0">
                <a:latin typeface="Consolas" panose="020B0609020204030204" pitchFamily="49" charset="0"/>
              </a:rPr>
              <a:t>int </a:t>
            </a:r>
            <a:r>
              <a:rPr lang="en-US" dirty="0" err="1">
                <a:latin typeface="Consolas" panose="020B0609020204030204" pitchFamily="49" charset="0"/>
              </a:rPr>
              <a:t>intValue</a:t>
            </a:r>
            <a:r>
              <a:rPr lang="en-US" dirty="0">
                <a:latin typeface="Consolas" panose="020B0609020204030204" pitchFamily="49" charset="0"/>
              </a:rPr>
              <a:t> = </a:t>
            </a:r>
            <a:r>
              <a:rPr lang="en-US" dirty="0" err="1">
                <a:latin typeface="Consolas" panose="020B0609020204030204" pitchFamily="49" charset="0"/>
              </a:rPr>
              <a:t>Integer.parseInt</a:t>
            </a:r>
            <a:r>
              <a:rPr lang="en-US" dirty="0">
                <a:latin typeface="Consolas" panose="020B0609020204030204" pitchFamily="49" charset="0"/>
              </a:rPr>
              <a:t>(“123”);</a:t>
            </a:r>
          </a:p>
          <a:p>
            <a:endParaRPr lang="en-US" dirty="0"/>
          </a:p>
          <a:p>
            <a:endParaRPr lang="en-US" dirty="0"/>
          </a:p>
          <a:p>
            <a:r>
              <a:rPr lang="en-US" b="1" dirty="0" err="1"/>
              <a:t>Double.parseDouble</a:t>
            </a:r>
            <a:r>
              <a:rPr lang="en-US" b="1" dirty="0"/>
              <a:t>(</a:t>
            </a:r>
            <a:r>
              <a:rPr lang="en-US" b="1" dirty="0" err="1"/>
              <a:t>StringValue</a:t>
            </a:r>
            <a:r>
              <a:rPr lang="en-US" b="1" dirty="0"/>
              <a:t>)</a:t>
            </a:r>
          </a:p>
          <a:p>
            <a:endParaRPr lang="en-US" dirty="0"/>
          </a:p>
          <a:p>
            <a:r>
              <a:rPr lang="en-US" i="1" dirty="0"/>
              <a:t>Example:</a:t>
            </a:r>
          </a:p>
          <a:p>
            <a:r>
              <a:rPr lang="en-US" dirty="0">
                <a:latin typeface="Consolas" panose="020B0609020204030204" pitchFamily="49" charset="0"/>
              </a:rPr>
              <a:t>double </a:t>
            </a:r>
            <a:r>
              <a:rPr lang="en-US" dirty="0" err="1">
                <a:latin typeface="Consolas" panose="020B0609020204030204" pitchFamily="49" charset="0"/>
              </a:rPr>
              <a:t>doubleValue</a:t>
            </a:r>
            <a:r>
              <a:rPr lang="en-US" dirty="0">
                <a:latin typeface="Consolas" panose="020B0609020204030204" pitchFamily="49" charset="0"/>
              </a:rPr>
              <a:t> = </a:t>
            </a:r>
            <a:r>
              <a:rPr lang="en-US" dirty="0" err="1">
                <a:latin typeface="Consolas" panose="020B0609020204030204" pitchFamily="49" charset="0"/>
              </a:rPr>
              <a:t>Double.parseDouble</a:t>
            </a:r>
            <a:r>
              <a:rPr lang="en-US" dirty="0">
                <a:latin typeface="Consolas" panose="020B0609020204030204" pitchFamily="49" charset="0"/>
              </a:rPr>
              <a:t>(“123.45”)</a:t>
            </a:r>
          </a:p>
          <a:p>
            <a:endParaRPr lang="en-US" dirty="0"/>
          </a:p>
        </p:txBody>
      </p:sp>
    </p:spTree>
    <p:extLst>
      <p:ext uri="{BB962C8B-B14F-4D97-AF65-F5344CB8AC3E}">
        <p14:creationId xmlns:p14="http://schemas.microsoft.com/office/powerpoint/2010/main" val="1728711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FF326-098B-82C6-D9D1-F695C920E2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F17C57-B377-D39E-65F8-765A777144E1}"/>
              </a:ext>
            </a:extLst>
          </p:cNvPr>
          <p:cNvSpPr>
            <a:spLocks noGrp="1"/>
          </p:cNvSpPr>
          <p:nvPr>
            <p:ph type="title"/>
          </p:nvPr>
        </p:nvSpPr>
        <p:spPr/>
        <p:txBody>
          <a:bodyPr/>
          <a:lstStyle/>
          <a:p>
            <a:r>
              <a:rPr lang="en-US" dirty="0"/>
              <a:t>4.5 Case Study</a:t>
            </a:r>
            <a:endParaRPr lang="en-US" sz="2000" dirty="0">
              <a:solidFill>
                <a:srgbClr val="FFFF00"/>
              </a:solidFill>
            </a:endParaRPr>
          </a:p>
        </p:txBody>
      </p:sp>
      <p:pic>
        <p:nvPicPr>
          <p:cNvPr id="5" name="Picture 4">
            <a:extLst>
              <a:ext uri="{FF2B5EF4-FFF2-40B4-BE49-F238E27FC236}">
                <a16:creationId xmlns:a16="http://schemas.microsoft.com/office/drawing/2014/main" id="{A8FDFE07-FBED-45FB-CE18-C6FB086C6425}"/>
              </a:ext>
            </a:extLst>
          </p:cNvPr>
          <p:cNvPicPr>
            <a:picLocks noChangeAspect="1"/>
          </p:cNvPicPr>
          <p:nvPr/>
        </p:nvPicPr>
        <p:blipFill>
          <a:blip r:embed="rId3"/>
          <a:stretch>
            <a:fillRect/>
          </a:stretch>
        </p:blipFill>
        <p:spPr>
          <a:xfrm>
            <a:off x="2174564" y="3429000"/>
            <a:ext cx="6530906" cy="2057578"/>
          </a:xfrm>
          <a:prstGeom prst="rect">
            <a:avLst/>
          </a:prstGeom>
        </p:spPr>
      </p:pic>
      <p:sp>
        <p:nvSpPr>
          <p:cNvPr id="7" name="TextBox 6">
            <a:extLst>
              <a:ext uri="{FF2B5EF4-FFF2-40B4-BE49-F238E27FC236}">
                <a16:creationId xmlns:a16="http://schemas.microsoft.com/office/drawing/2014/main" id="{EF210303-41CF-5F6B-AAD0-A70EB14B88E6}"/>
              </a:ext>
            </a:extLst>
          </p:cNvPr>
          <p:cNvSpPr txBox="1"/>
          <p:nvPr/>
        </p:nvSpPr>
        <p:spPr>
          <a:xfrm>
            <a:off x="2299644" y="1717794"/>
            <a:ext cx="6097656" cy="923330"/>
          </a:xfrm>
          <a:prstGeom prst="rect">
            <a:avLst/>
          </a:prstGeom>
          <a:noFill/>
        </p:spPr>
        <p:txBody>
          <a:bodyPr wrap="square">
            <a:spAutoFit/>
          </a:bodyPr>
          <a:lstStyle/>
          <a:p>
            <a:r>
              <a:rPr lang="en-US" dirty="0">
                <a:solidFill>
                  <a:srgbClr val="FFFF00"/>
                </a:solidFill>
              </a:rPr>
              <a:t>Strings are fundamental in programming. The ability to write programs using strings is essential in learning Java programming</a:t>
            </a:r>
            <a:r>
              <a:rPr lang="en-US" dirty="0"/>
              <a:t>.</a:t>
            </a:r>
          </a:p>
        </p:txBody>
      </p:sp>
    </p:spTree>
    <p:extLst>
      <p:ext uri="{BB962C8B-B14F-4D97-AF65-F5344CB8AC3E}">
        <p14:creationId xmlns:p14="http://schemas.microsoft.com/office/powerpoint/2010/main" val="330383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E347B-7749-0AC0-D272-AA47156E9A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CC31FB-C9B0-8D9E-D239-A09C6FFAA9F3}"/>
              </a:ext>
            </a:extLst>
          </p:cNvPr>
          <p:cNvSpPr>
            <a:spLocks noGrp="1"/>
          </p:cNvSpPr>
          <p:nvPr>
            <p:ph type="title"/>
          </p:nvPr>
        </p:nvSpPr>
        <p:spPr/>
        <p:txBody>
          <a:bodyPr/>
          <a:lstStyle/>
          <a:p>
            <a:r>
              <a:rPr lang="en-US" dirty="0"/>
              <a:t>4.5 Case Study</a:t>
            </a:r>
            <a:endParaRPr lang="en-US" sz="2000" dirty="0">
              <a:solidFill>
                <a:srgbClr val="FFFF00"/>
              </a:solidFill>
            </a:endParaRPr>
          </a:p>
        </p:txBody>
      </p:sp>
      <p:sp>
        <p:nvSpPr>
          <p:cNvPr id="7" name="TextBox 6">
            <a:extLst>
              <a:ext uri="{FF2B5EF4-FFF2-40B4-BE49-F238E27FC236}">
                <a16:creationId xmlns:a16="http://schemas.microsoft.com/office/drawing/2014/main" id="{5BBEC2FB-B9AC-A3CA-064D-035C5756BC5E}"/>
              </a:ext>
            </a:extLst>
          </p:cNvPr>
          <p:cNvSpPr txBox="1"/>
          <p:nvPr/>
        </p:nvSpPr>
        <p:spPr>
          <a:xfrm>
            <a:off x="646111" y="1371422"/>
            <a:ext cx="8881878" cy="769441"/>
          </a:xfrm>
          <a:prstGeom prst="rect">
            <a:avLst/>
          </a:prstGeom>
          <a:noFill/>
        </p:spPr>
        <p:txBody>
          <a:bodyPr wrap="square">
            <a:spAutoFit/>
          </a:bodyPr>
          <a:lstStyle/>
          <a:p>
            <a:r>
              <a:rPr lang="en-US" sz="4400" dirty="0">
                <a:solidFill>
                  <a:srgbClr val="FFFF00"/>
                </a:solidFill>
              </a:rPr>
              <a:t>Mathematics Behind the Game</a:t>
            </a:r>
            <a:endParaRPr lang="en-US" sz="4400" dirty="0"/>
          </a:p>
        </p:txBody>
      </p:sp>
      <p:pic>
        <p:nvPicPr>
          <p:cNvPr id="4" name="Picture 3">
            <a:extLst>
              <a:ext uri="{FF2B5EF4-FFF2-40B4-BE49-F238E27FC236}">
                <a16:creationId xmlns:a16="http://schemas.microsoft.com/office/drawing/2014/main" id="{B0EA610F-F638-C41F-E3B0-81171021AB66}"/>
              </a:ext>
            </a:extLst>
          </p:cNvPr>
          <p:cNvPicPr>
            <a:picLocks noChangeAspect="1"/>
          </p:cNvPicPr>
          <p:nvPr/>
        </p:nvPicPr>
        <p:blipFill>
          <a:blip r:embed="rId3"/>
          <a:stretch>
            <a:fillRect/>
          </a:stretch>
        </p:blipFill>
        <p:spPr>
          <a:xfrm>
            <a:off x="2164947" y="2881221"/>
            <a:ext cx="6729043" cy="3063505"/>
          </a:xfrm>
          <a:prstGeom prst="rect">
            <a:avLst/>
          </a:prstGeom>
        </p:spPr>
      </p:pic>
    </p:spTree>
    <p:extLst>
      <p:ext uri="{BB962C8B-B14F-4D97-AF65-F5344CB8AC3E}">
        <p14:creationId xmlns:p14="http://schemas.microsoft.com/office/powerpoint/2010/main" val="41596378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F9137-F700-CBB8-6E69-2EE7EEBB3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9AA6DE-E8FC-73A3-CB2A-99EEAF7F98AC}"/>
              </a:ext>
            </a:extLst>
          </p:cNvPr>
          <p:cNvSpPr>
            <a:spLocks noGrp="1"/>
          </p:cNvSpPr>
          <p:nvPr>
            <p:ph type="title"/>
          </p:nvPr>
        </p:nvSpPr>
        <p:spPr/>
        <p:txBody>
          <a:bodyPr/>
          <a:lstStyle/>
          <a:p>
            <a:r>
              <a:rPr lang="en-US" dirty="0"/>
              <a:t>4.6 Formatting Console Output</a:t>
            </a:r>
            <a:endParaRPr lang="en-US" sz="2000" dirty="0">
              <a:solidFill>
                <a:srgbClr val="FFFF00"/>
              </a:solidFill>
            </a:endParaRPr>
          </a:p>
        </p:txBody>
      </p:sp>
      <p:sp>
        <p:nvSpPr>
          <p:cNvPr id="7" name="TextBox 6">
            <a:extLst>
              <a:ext uri="{FF2B5EF4-FFF2-40B4-BE49-F238E27FC236}">
                <a16:creationId xmlns:a16="http://schemas.microsoft.com/office/drawing/2014/main" id="{FE37F853-2CA7-A9E1-3717-478817E59DAD}"/>
              </a:ext>
            </a:extLst>
          </p:cNvPr>
          <p:cNvSpPr txBox="1"/>
          <p:nvPr/>
        </p:nvSpPr>
        <p:spPr>
          <a:xfrm>
            <a:off x="646111" y="1371422"/>
            <a:ext cx="8881878" cy="400110"/>
          </a:xfrm>
          <a:prstGeom prst="rect">
            <a:avLst/>
          </a:prstGeom>
          <a:noFill/>
        </p:spPr>
        <p:txBody>
          <a:bodyPr wrap="square">
            <a:spAutoFit/>
          </a:bodyPr>
          <a:lstStyle/>
          <a:p>
            <a:r>
              <a:rPr lang="en-US" sz="2000" dirty="0">
                <a:solidFill>
                  <a:srgbClr val="FFFF00"/>
                </a:solidFill>
              </a:rPr>
              <a:t>You can use the  method to display formatted output on the console.</a:t>
            </a:r>
          </a:p>
        </p:txBody>
      </p:sp>
      <p:sp>
        <p:nvSpPr>
          <p:cNvPr id="6" name="Text Box 4">
            <a:extLst>
              <a:ext uri="{FF2B5EF4-FFF2-40B4-BE49-F238E27FC236}">
                <a16:creationId xmlns:a16="http://schemas.microsoft.com/office/drawing/2014/main" id="{51A8630E-C4D2-4F5F-4755-14F2DE978F8E}"/>
              </a:ext>
            </a:extLst>
          </p:cNvPr>
          <p:cNvSpPr txBox="1">
            <a:spLocks noChangeArrowheads="1"/>
          </p:cNvSpPr>
          <p:nvPr/>
        </p:nvSpPr>
        <p:spPr bwMode="auto">
          <a:xfrm>
            <a:off x="646111" y="2216653"/>
            <a:ext cx="87630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800" dirty="0">
                <a:latin typeface="+mj-lt"/>
                <a:cs typeface="Courier New" panose="02070309020205020404" pitchFamily="49" charset="0"/>
              </a:rPr>
              <a:t>Use the </a:t>
            </a:r>
            <a:r>
              <a:rPr lang="en-US" altLang="en-US" sz="2800" b="1" dirty="0" err="1">
                <a:latin typeface="+mj-lt"/>
                <a:cs typeface="Courier New" panose="02070309020205020404" pitchFamily="49" charset="0"/>
              </a:rPr>
              <a:t>printf</a:t>
            </a:r>
            <a:r>
              <a:rPr lang="en-US" altLang="en-US" sz="2800" b="1" dirty="0">
                <a:latin typeface="+mj-lt"/>
                <a:cs typeface="Courier New" panose="02070309020205020404" pitchFamily="49" charset="0"/>
              </a:rPr>
              <a:t> statement</a:t>
            </a:r>
            <a:r>
              <a:rPr lang="en-US" altLang="en-US" sz="2800" dirty="0">
                <a:latin typeface="+mj-lt"/>
                <a:cs typeface="Courier New" panose="02070309020205020404" pitchFamily="49" charset="0"/>
              </a:rPr>
              <a:t>.</a:t>
            </a:r>
          </a:p>
          <a:p>
            <a:pPr lvl="1">
              <a:spcBef>
                <a:spcPct val="50000"/>
              </a:spcBef>
              <a:buClrTx/>
              <a:buFontTx/>
              <a:buNone/>
            </a:pPr>
            <a:r>
              <a:rPr lang="en-US" altLang="en-US" dirty="0" err="1">
                <a:latin typeface="Consolas" panose="020B0609020204030204" pitchFamily="49" charset="0"/>
                <a:cs typeface="Courier New" panose="02070309020205020404" pitchFamily="49" charset="0"/>
              </a:rPr>
              <a:t>System.out.printf</a:t>
            </a:r>
            <a:r>
              <a:rPr lang="en-US" altLang="en-US" dirty="0">
                <a:latin typeface="Consolas" panose="020B0609020204030204" pitchFamily="49" charset="0"/>
                <a:cs typeface="Courier New" panose="02070309020205020404" pitchFamily="49" charset="0"/>
              </a:rPr>
              <a:t>(format, items);</a:t>
            </a:r>
          </a:p>
          <a:p>
            <a:pPr>
              <a:spcBef>
                <a:spcPct val="50000"/>
              </a:spcBef>
              <a:buClrTx/>
              <a:buSzTx/>
              <a:buFontTx/>
              <a:buNone/>
            </a:pPr>
            <a:r>
              <a:rPr lang="en-US" altLang="en-US" sz="2800" dirty="0">
                <a:latin typeface="+mj-lt"/>
                <a:cs typeface="Courier New" panose="02070309020205020404" pitchFamily="49" charset="0"/>
              </a:rPr>
              <a:t>Where format is a string that may consist of substrings and format specifiers. A format specifier specifies how an item should be displayed. An item may be a numeric value, character, </a:t>
            </a:r>
            <a:r>
              <a:rPr lang="en-US" altLang="en-US" sz="2800" dirty="0" err="1">
                <a:latin typeface="+mj-lt"/>
                <a:cs typeface="Courier New" panose="02070309020205020404" pitchFamily="49" charset="0"/>
              </a:rPr>
              <a:t>boolean</a:t>
            </a:r>
            <a:r>
              <a:rPr lang="en-US" altLang="en-US" sz="2800" dirty="0">
                <a:latin typeface="+mj-lt"/>
                <a:cs typeface="Courier New" panose="02070309020205020404" pitchFamily="49" charset="0"/>
              </a:rPr>
              <a:t> value, or a string. Each specifier begins with a percent sign. </a:t>
            </a:r>
          </a:p>
        </p:txBody>
      </p:sp>
    </p:spTree>
    <p:extLst>
      <p:ext uri="{BB962C8B-B14F-4D97-AF65-F5344CB8AC3E}">
        <p14:creationId xmlns:p14="http://schemas.microsoft.com/office/powerpoint/2010/main" val="3533240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3A702-4B27-71A1-124C-817F032457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075D7-4556-5657-1BE4-17C3E6832CBA}"/>
              </a:ext>
            </a:extLst>
          </p:cNvPr>
          <p:cNvSpPr>
            <a:spLocks noGrp="1"/>
          </p:cNvSpPr>
          <p:nvPr>
            <p:ph type="title"/>
          </p:nvPr>
        </p:nvSpPr>
        <p:spPr/>
        <p:txBody>
          <a:bodyPr/>
          <a:lstStyle/>
          <a:p>
            <a:r>
              <a:rPr lang="en-US" dirty="0"/>
              <a:t>4.6 Formatting Console Output</a:t>
            </a:r>
            <a:endParaRPr lang="en-US" sz="2000" dirty="0">
              <a:solidFill>
                <a:srgbClr val="FFFF00"/>
              </a:solidFill>
            </a:endParaRPr>
          </a:p>
        </p:txBody>
      </p:sp>
      <p:sp>
        <p:nvSpPr>
          <p:cNvPr id="7" name="TextBox 6">
            <a:extLst>
              <a:ext uri="{FF2B5EF4-FFF2-40B4-BE49-F238E27FC236}">
                <a16:creationId xmlns:a16="http://schemas.microsoft.com/office/drawing/2014/main" id="{FFB65066-C4C2-7904-F41B-9240CFD56F13}"/>
              </a:ext>
            </a:extLst>
          </p:cNvPr>
          <p:cNvSpPr txBox="1"/>
          <p:nvPr/>
        </p:nvSpPr>
        <p:spPr>
          <a:xfrm>
            <a:off x="646111" y="1371422"/>
            <a:ext cx="8881878" cy="400110"/>
          </a:xfrm>
          <a:prstGeom prst="rect">
            <a:avLst/>
          </a:prstGeom>
          <a:noFill/>
        </p:spPr>
        <p:txBody>
          <a:bodyPr wrap="square">
            <a:spAutoFit/>
          </a:bodyPr>
          <a:lstStyle/>
          <a:p>
            <a:r>
              <a:rPr lang="en-US" sz="2000" dirty="0">
                <a:solidFill>
                  <a:srgbClr val="FFFF00"/>
                </a:solidFill>
              </a:rPr>
              <a:t>You can use the  method to display formatted output on the console.</a:t>
            </a:r>
          </a:p>
        </p:txBody>
      </p:sp>
      <p:sp>
        <p:nvSpPr>
          <p:cNvPr id="3" name="Text Box 5">
            <a:extLst>
              <a:ext uri="{FF2B5EF4-FFF2-40B4-BE49-F238E27FC236}">
                <a16:creationId xmlns:a16="http://schemas.microsoft.com/office/drawing/2014/main" id="{059B985C-4F64-2ED4-1D56-54A447D707DB}"/>
              </a:ext>
            </a:extLst>
          </p:cNvPr>
          <p:cNvSpPr txBox="1">
            <a:spLocks noChangeArrowheads="1"/>
          </p:cNvSpPr>
          <p:nvPr/>
        </p:nvSpPr>
        <p:spPr bwMode="auto">
          <a:xfrm>
            <a:off x="705550" y="2478157"/>
            <a:ext cx="8763000"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defRPr/>
            </a:pPr>
            <a:r>
              <a:rPr lang="en-US" sz="2000" b="1" dirty="0">
                <a:cs typeface="Courier New" pitchFamily="49" charset="0"/>
              </a:rPr>
              <a:t>Specifier  Output					                                   Example </a:t>
            </a:r>
          </a:p>
          <a:p>
            <a:pPr>
              <a:spcBef>
                <a:spcPct val="50000"/>
              </a:spcBef>
              <a:defRPr/>
            </a:pPr>
            <a:r>
              <a:rPr lang="en-US" sz="2000" b="1" dirty="0">
                <a:solidFill>
                  <a:srgbClr val="FFFF00"/>
                </a:solidFill>
                <a:latin typeface="Courier New" pitchFamily="49" charset="0"/>
                <a:cs typeface="Courier New" pitchFamily="49" charset="0"/>
              </a:rPr>
              <a:t>%b</a:t>
            </a:r>
            <a:r>
              <a:rPr lang="en-US" sz="2000" b="1" dirty="0">
                <a:solidFill>
                  <a:srgbClr val="FFFF00"/>
                </a:solidFill>
                <a:cs typeface="Courier New" pitchFamily="49" charset="0"/>
              </a:rPr>
              <a:t> 	  	  </a:t>
            </a:r>
            <a:r>
              <a:rPr lang="en-US" sz="2000" b="1" dirty="0">
                <a:solidFill>
                  <a:srgbClr val="FFFF00"/>
                </a:solidFill>
                <a:latin typeface="Courier New" pitchFamily="49" charset="0"/>
                <a:cs typeface="Courier New" pitchFamily="49" charset="0"/>
              </a:rPr>
              <a:t>a </a:t>
            </a:r>
            <a:r>
              <a:rPr lang="en-US" sz="2000" b="1" dirty="0" err="1">
                <a:solidFill>
                  <a:srgbClr val="FFFF00"/>
                </a:solidFill>
                <a:latin typeface="Courier New" pitchFamily="49" charset="0"/>
                <a:cs typeface="Courier New" pitchFamily="49" charset="0"/>
              </a:rPr>
              <a:t>boolean</a:t>
            </a:r>
            <a:r>
              <a:rPr lang="en-US" sz="2000" b="1" dirty="0">
                <a:solidFill>
                  <a:srgbClr val="FFFF00"/>
                </a:solidFill>
                <a:latin typeface="Courier New" pitchFamily="49" charset="0"/>
                <a:cs typeface="Courier New" pitchFamily="49" charset="0"/>
              </a:rPr>
              <a:t> value</a:t>
            </a:r>
            <a:r>
              <a:rPr lang="en-US" sz="2000" b="1" dirty="0">
                <a:solidFill>
                  <a:srgbClr val="FFFF00"/>
                </a:solidFill>
                <a:cs typeface="Courier New" pitchFamily="49" charset="0"/>
              </a:rPr>
              <a:t>  				                      </a:t>
            </a:r>
            <a:r>
              <a:rPr lang="en-US" sz="2000" b="1" dirty="0">
                <a:solidFill>
                  <a:srgbClr val="FFFF00"/>
                </a:solidFill>
                <a:latin typeface="Courier New" pitchFamily="49" charset="0"/>
                <a:cs typeface="Courier New" pitchFamily="49" charset="0"/>
              </a:rPr>
              <a:t>true or false</a:t>
            </a:r>
            <a:r>
              <a:rPr lang="en-US" sz="2000" b="1" dirty="0">
                <a:solidFill>
                  <a:srgbClr val="FFFF00"/>
                </a:solidFill>
                <a:cs typeface="Courier New" pitchFamily="49" charset="0"/>
              </a:rPr>
              <a:t> </a:t>
            </a:r>
          </a:p>
          <a:p>
            <a:pPr>
              <a:spcBef>
                <a:spcPct val="50000"/>
              </a:spcBef>
              <a:defRPr/>
            </a:pPr>
            <a:r>
              <a:rPr lang="en-US" sz="2000" b="1" dirty="0">
                <a:solidFill>
                  <a:srgbClr val="FFFF00"/>
                </a:solidFill>
                <a:latin typeface="Courier New" pitchFamily="49" charset="0"/>
                <a:cs typeface="Courier New" pitchFamily="49" charset="0"/>
              </a:rPr>
              <a:t>%c</a:t>
            </a:r>
            <a:r>
              <a:rPr lang="en-US" sz="2000" b="1" dirty="0">
                <a:solidFill>
                  <a:srgbClr val="FFFF00"/>
                </a:solidFill>
                <a:cs typeface="Courier New" pitchFamily="49" charset="0"/>
              </a:rPr>
              <a:t>           </a:t>
            </a:r>
            <a:r>
              <a:rPr lang="en-US" sz="2000" b="1" dirty="0">
                <a:solidFill>
                  <a:srgbClr val="FFFF00"/>
                </a:solidFill>
                <a:latin typeface="Courier New" pitchFamily="49" charset="0"/>
                <a:cs typeface="Courier New" pitchFamily="49" charset="0"/>
              </a:rPr>
              <a:t>a character</a:t>
            </a:r>
            <a:r>
              <a:rPr lang="en-US" sz="2000" b="1" dirty="0">
                <a:solidFill>
                  <a:srgbClr val="FFFF00"/>
                </a:solidFill>
                <a:cs typeface="Courier New" pitchFamily="49" charset="0"/>
              </a:rPr>
              <a:t>  				                            </a:t>
            </a:r>
            <a:r>
              <a:rPr lang="en-US" sz="2000" b="1" dirty="0">
                <a:solidFill>
                  <a:srgbClr val="FFFF00"/>
                </a:solidFill>
                <a:latin typeface="Courier New" pitchFamily="49" charset="0"/>
                <a:cs typeface="Courier New" pitchFamily="49" charset="0"/>
              </a:rPr>
              <a:t>'a'</a:t>
            </a:r>
            <a:r>
              <a:rPr lang="en-US" sz="2000" b="1" dirty="0">
                <a:solidFill>
                  <a:srgbClr val="FFFF00"/>
                </a:solidFill>
                <a:cs typeface="Courier New" pitchFamily="49" charset="0"/>
              </a:rPr>
              <a:t> </a:t>
            </a:r>
          </a:p>
          <a:p>
            <a:pPr>
              <a:spcBef>
                <a:spcPct val="50000"/>
              </a:spcBef>
              <a:defRPr/>
            </a:pPr>
            <a:r>
              <a:rPr lang="en-US" sz="2000" b="1" dirty="0">
                <a:solidFill>
                  <a:srgbClr val="FFFF00"/>
                </a:solidFill>
                <a:latin typeface="Courier New" pitchFamily="49" charset="0"/>
                <a:cs typeface="Courier New" pitchFamily="49" charset="0"/>
              </a:rPr>
              <a:t>%d</a:t>
            </a:r>
            <a:r>
              <a:rPr lang="en-US" sz="2000" b="1" dirty="0">
                <a:solidFill>
                  <a:srgbClr val="FFFF00"/>
                </a:solidFill>
                <a:cs typeface="Courier New" pitchFamily="49" charset="0"/>
              </a:rPr>
              <a:t>  	         </a:t>
            </a:r>
            <a:r>
              <a:rPr lang="en-US" sz="2000" b="1" dirty="0">
                <a:solidFill>
                  <a:srgbClr val="FFFF00"/>
                </a:solidFill>
                <a:latin typeface="Courier New" pitchFamily="49" charset="0"/>
                <a:cs typeface="Courier New" pitchFamily="49" charset="0"/>
              </a:rPr>
              <a:t>a decimal integer 			         </a:t>
            </a:r>
            <a:r>
              <a:rPr lang="en-US" sz="2000" b="1" dirty="0">
                <a:solidFill>
                  <a:srgbClr val="FFFF00"/>
                </a:solidFill>
                <a:latin typeface="Courier New" pitchFamily="49" charset="0"/>
                <a:cs typeface="Times New Roman" pitchFamily="18" charset="0"/>
              </a:rPr>
              <a:t>200</a:t>
            </a:r>
            <a:r>
              <a:rPr lang="en-US" sz="2000" b="1" dirty="0">
                <a:solidFill>
                  <a:srgbClr val="FFFF00"/>
                </a:solidFill>
                <a:latin typeface="Courier New" pitchFamily="49" charset="0"/>
                <a:cs typeface="Courier New" pitchFamily="49" charset="0"/>
              </a:rPr>
              <a:t> </a:t>
            </a:r>
            <a:endParaRPr lang="en-US" sz="2000" b="1" dirty="0">
              <a:solidFill>
                <a:srgbClr val="FFFF00"/>
              </a:solidFill>
              <a:cs typeface="Courier New" pitchFamily="49" charset="0"/>
            </a:endParaRPr>
          </a:p>
          <a:p>
            <a:pPr>
              <a:spcBef>
                <a:spcPct val="50000"/>
              </a:spcBef>
              <a:defRPr/>
            </a:pPr>
            <a:r>
              <a:rPr lang="en-US" sz="2000" b="1" dirty="0">
                <a:solidFill>
                  <a:srgbClr val="FFFF00"/>
                </a:solidFill>
                <a:latin typeface="Courier New" pitchFamily="49" charset="0"/>
                <a:cs typeface="Courier New" pitchFamily="49" charset="0"/>
              </a:rPr>
              <a:t>%f</a:t>
            </a:r>
            <a:r>
              <a:rPr lang="en-US" sz="2000" b="1" dirty="0">
                <a:solidFill>
                  <a:srgbClr val="FFFF00"/>
                </a:solidFill>
                <a:cs typeface="Courier New" pitchFamily="49" charset="0"/>
              </a:rPr>
              <a:t>           </a:t>
            </a:r>
            <a:r>
              <a:rPr lang="en-US" sz="2000" b="1" dirty="0">
                <a:solidFill>
                  <a:srgbClr val="FFFF00"/>
                </a:solidFill>
                <a:latin typeface="Courier New" pitchFamily="49" charset="0"/>
                <a:cs typeface="Courier New" pitchFamily="49" charset="0"/>
              </a:rPr>
              <a:t>a floating-point number</a:t>
            </a:r>
            <a:r>
              <a:rPr lang="en-US" sz="2000" b="1" dirty="0">
                <a:solidFill>
                  <a:srgbClr val="FFFF00"/>
                </a:solidFill>
                <a:cs typeface="Courier New" pitchFamily="49" charset="0"/>
              </a:rPr>
              <a:t> 		              </a:t>
            </a:r>
            <a:r>
              <a:rPr lang="en-US" sz="2000" b="1" dirty="0">
                <a:solidFill>
                  <a:srgbClr val="FFFF00"/>
                </a:solidFill>
                <a:latin typeface="Courier New" pitchFamily="49" charset="0"/>
                <a:cs typeface="Courier New" pitchFamily="49" charset="0"/>
              </a:rPr>
              <a:t>45.460000</a:t>
            </a:r>
            <a:r>
              <a:rPr lang="en-US" sz="2000" b="1" dirty="0">
                <a:solidFill>
                  <a:srgbClr val="FFFF00"/>
                </a:solidFill>
                <a:cs typeface="Courier New" pitchFamily="49" charset="0"/>
              </a:rPr>
              <a:t> </a:t>
            </a:r>
          </a:p>
          <a:p>
            <a:pPr>
              <a:spcBef>
                <a:spcPct val="50000"/>
              </a:spcBef>
              <a:defRPr/>
            </a:pPr>
            <a:r>
              <a:rPr lang="en-US" sz="2000" b="1" dirty="0">
                <a:solidFill>
                  <a:srgbClr val="FFFF00"/>
                </a:solidFill>
                <a:latin typeface="Courier New" pitchFamily="49" charset="0"/>
                <a:cs typeface="Courier New" pitchFamily="49" charset="0"/>
              </a:rPr>
              <a:t>%e</a:t>
            </a:r>
            <a:r>
              <a:rPr lang="en-US" sz="2000" b="1" dirty="0">
                <a:solidFill>
                  <a:srgbClr val="FFFF00"/>
                </a:solidFill>
                <a:cs typeface="Courier New" pitchFamily="49" charset="0"/>
              </a:rPr>
              <a:t>           </a:t>
            </a:r>
            <a:r>
              <a:rPr lang="en-US" sz="1600" b="1" dirty="0">
                <a:solidFill>
                  <a:srgbClr val="FFFF00"/>
                </a:solidFill>
                <a:latin typeface="Courier New" pitchFamily="49" charset="0"/>
                <a:cs typeface="Courier New" pitchFamily="49" charset="0"/>
              </a:rPr>
              <a:t>a number in standard scientific notation</a:t>
            </a:r>
            <a:r>
              <a:rPr lang="en-US" sz="2000" b="1" dirty="0">
                <a:solidFill>
                  <a:srgbClr val="FFFF00"/>
                </a:solidFill>
                <a:cs typeface="Courier New" pitchFamily="49" charset="0"/>
              </a:rPr>
              <a:t>        </a:t>
            </a:r>
            <a:r>
              <a:rPr lang="en-US" sz="2000" b="1" dirty="0">
                <a:solidFill>
                  <a:srgbClr val="FFFF00"/>
                </a:solidFill>
                <a:latin typeface="Courier New" pitchFamily="49" charset="0"/>
                <a:cs typeface="Courier New" pitchFamily="49" charset="0"/>
              </a:rPr>
              <a:t>4.556000e+01</a:t>
            </a:r>
          </a:p>
          <a:p>
            <a:pPr>
              <a:spcBef>
                <a:spcPct val="50000"/>
              </a:spcBef>
              <a:defRPr/>
            </a:pPr>
            <a:r>
              <a:rPr lang="en-US" sz="2000" b="1" dirty="0">
                <a:solidFill>
                  <a:srgbClr val="FFFF00"/>
                </a:solidFill>
                <a:latin typeface="Courier New" pitchFamily="49" charset="0"/>
                <a:cs typeface="Times New Roman" pitchFamily="18" charset="0"/>
              </a:rPr>
              <a:t>%s</a:t>
            </a:r>
            <a:r>
              <a:rPr lang="en-US" sz="2000" b="1" dirty="0">
                <a:solidFill>
                  <a:srgbClr val="FFFF00"/>
                </a:solidFill>
                <a:latin typeface="Courier New" pitchFamily="49" charset="0"/>
                <a:cs typeface="Courier New" pitchFamily="49" charset="0"/>
              </a:rPr>
              <a:t> </a:t>
            </a:r>
            <a:r>
              <a:rPr lang="en-US" sz="2000" b="1" dirty="0">
                <a:solidFill>
                  <a:srgbClr val="FFFF00"/>
                </a:solidFill>
                <a:cs typeface="Courier New" pitchFamily="49" charset="0"/>
              </a:rPr>
              <a:t> 	  </a:t>
            </a:r>
            <a:r>
              <a:rPr lang="en-US" sz="2000" b="1" dirty="0">
                <a:solidFill>
                  <a:srgbClr val="FFFF00"/>
                </a:solidFill>
                <a:latin typeface="Courier New" pitchFamily="49" charset="0"/>
                <a:cs typeface="Courier New" pitchFamily="49" charset="0"/>
              </a:rPr>
              <a:t>a string</a:t>
            </a:r>
            <a:r>
              <a:rPr lang="en-US" sz="2000" b="1" dirty="0">
                <a:solidFill>
                  <a:srgbClr val="FFFF00"/>
                </a:solidFill>
                <a:cs typeface="Courier New" pitchFamily="49" charset="0"/>
              </a:rPr>
              <a:t>  					                           </a:t>
            </a:r>
            <a:r>
              <a:rPr lang="en-US" sz="2000" b="1" dirty="0">
                <a:solidFill>
                  <a:srgbClr val="FFFF00"/>
                </a:solidFill>
                <a:latin typeface="Courier New" pitchFamily="49" charset="0"/>
                <a:cs typeface="Courier New" pitchFamily="49" charset="0"/>
              </a:rPr>
              <a:t>"Java is cool"</a:t>
            </a:r>
            <a:r>
              <a:rPr lang="en-US" sz="2000" b="1" dirty="0">
                <a:solidFill>
                  <a:srgbClr val="FFFF00"/>
                </a:solidFill>
                <a:cs typeface="Courier New" pitchFamily="49" charset="0"/>
              </a:rPr>
              <a:t> </a:t>
            </a:r>
          </a:p>
        </p:txBody>
      </p:sp>
    </p:spTree>
    <p:extLst>
      <p:ext uri="{BB962C8B-B14F-4D97-AF65-F5344CB8AC3E}">
        <p14:creationId xmlns:p14="http://schemas.microsoft.com/office/powerpoint/2010/main" val="3139205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4B85A-6BA6-A872-7121-4B9064A066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B8509B-90DD-48D8-E1F2-B35B198168F1}"/>
              </a:ext>
            </a:extLst>
          </p:cNvPr>
          <p:cNvSpPr>
            <a:spLocks noGrp="1"/>
          </p:cNvSpPr>
          <p:nvPr>
            <p:ph type="title"/>
          </p:nvPr>
        </p:nvSpPr>
        <p:spPr/>
        <p:txBody>
          <a:bodyPr/>
          <a:lstStyle/>
          <a:p>
            <a:r>
              <a:rPr lang="en-US" dirty="0"/>
              <a:t>4.7 </a:t>
            </a:r>
            <a:r>
              <a:rPr lang="en-US" dirty="0" err="1"/>
              <a:t>TextBlocks</a:t>
            </a:r>
            <a:endParaRPr lang="en-US" sz="2000" dirty="0">
              <a:solidFill>
                <a:srgbClr val="FFFF00"/>
              </a:solidFill>
            </a:endParaRPr>
          </a:p>
        </p:txBody>
      </p:sp>
      <p:sp>
        <p:nvSpPr>
          <p:cNvPr id="7" name="TextBox 6">
            <a:extLst>
              <a:ext uri="{FF2B5EF4-FFF2-40B4-BE49-F238E27FC236}">
                <a16:creationId xmlns:a16="http://schemas.microsoft.com/office/drawing/2014/main" id="{7F0AF605-13BF-CEC1-201F-6F012CA18B2A}"/>
              </a:ext>
            </a:extLst>
          </p:cNvPr>
          <p:cNvSpPr txBox="1"/>
          <p:nvPr/>
        </p:nvSpPr>
        <p:spPr>
          <a:xfrm>
            <a:off x="646111" y="1371422"/>
            <a:ext cx="8881878" cy="707886"/>
          </a:xfrm>
          <a:prstGeom prst="rect">
            <a:avLst/>
          </a:prstGeom>
          <a:noFill/>
        </p:spPr>
        <p:txBody>
          <a:bodyPr wrap="square">
            <a:spAutoFit/>
          </a:bodyPr>
          <a:lstStyle/>
          <a:p>
            <a:r>
              <a:rPr lang="en-US" sz="2000" dirty="0">
                <a:solidFill>
                  <a:srgbClr val="FFFF00"/>
                </a:solidFill>
              </a:rPr>
              <a:t>Text blocks became a standard feature since Java 15. It enables you to form a multi-line string.</a:t>
            </a:r>
          </a:p>
        </p:txBody>
      </p:sp>
      <p:pic>
        <p:nvPicPr>
          <p:cNvPr id="5" name="Picture 4">
            <a:extLst>
              <a:ext uri="{FF2B5EF4-FFF2-40B4-BE49-F238E27FC236}">
                <a16:creationId xmlns:a16="http://schemas.microsoft.com/office/drawing/2014/main" id="{5FF4999E-A0BD-BD92-3D08-351665F42870}"/>
              </a:ext>
            </a:extLst>
          </p:cNvPr>
          <p:cNvPicPr>
            <a:picLocks noChangeAspect="1"/>
          </p:cNvPicPr>
          <p:nvPr/>
        </p:nvPicPr>
        <p:blipFill>
          <a:blip r:embed="rId3"/>
          <a:stretch>
            <a:fillRect/>
          </a:stretch>
        </p:blipFill>
        <p:spPr>
          <a:xfrm>
            <a:off x="2097933" y="2266950"/>
            <a:ext cx="5014395" cy="3795089"/>
          </a:xfrm>
          <a:prstGeom prst="rect">
            <a:avLst/>
          </a:prstGeom>
        </p:spPr>
      </p:pic>
    </p:spTree>
    <p:extLst>
      <p:ext uri="{BB962C8B-B14F-4D97-AF65-F5344CB8AC3E}">
        <p14:creationId xmlns:p14="http://schemas.microsoft.com/office/powerpoint/2010/main" val="3934297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59B50-D651-3754-EC02-92ED038A4F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3D2458-2339-4B2D-130F-D4202F53AFEA}"/>
              </a:ext>
            </a:extLst>
          </p:cNvPr>
          <p:cNvSpPr>
            <a:spLocks noGrp="1"/>
          </p:cNvSpPr>
          <p:nvPr>
            <p:ph type="title"/>
          </p:nvPr>
        </p:nvSpPr>
        <p:spPr/>
        <p:txBody>
          <a:bodyPr/>
          <a:lstStyle/>
          <a:p>
            <a:r>
              <a:rPr lang="en-US" dirty="0"/>
              <a:t>Lab</a:t>
            </a:r>
            <a:endParaRPr lang="en-US" sz="2000" dirty="0">
              <a:solidFill>
                <a:srgbClr val="FFFF00"/>
              </a:solidFill>
            </a:endParaRPr>
          </a:p>
        </p:txBody>
      </p:sp>
      <p:pic>
        <p:nvPicPr>
          <p:cNvPr id="4" name="Picture 3">
            <a:extLst>
              <a:ext uri="{FF2B5EF4-FFF2-40B4-BE49-F238E27FC236}">
                <a16:creationId xmlns:a16="http://schemas.microsoft.com/office/drawing/2014/main" id="{085870B3-3BE3-EDD7-14D9-E017BC58C2D4}"/>
              </a:ext>
            </a:extLst>
          </p:cNvPr>
          <p:cNvPicPr>
            <a:picLocks noChangeAspect="1"/>
          </p:cNvPicPr>
          <p:nvPr/>
        </p:nvPicPr>
        <p:blipFill>
          <a:blip r:embed="rId3"/>
          <a:stretch>
            <a:fillRect/>
          </a:stretch>
        </p:blipFill>
        <p:spPr>
          <a:xfrm>
            <a:off x="646111" y="1228463"/>
            <a:ext cx="7453006" cy="4122777"/>
          </a:xfrm>
          <a:prstGeom prst="rect">
            <a:avLst/>
          </a:prstGeom>
        </p:spPr>
      </p:pic>
      <p:sp>
        <p:nvSpPr>
          <p:cNvPr id="6" name="TextBox 5">
            <a:extLst>
              <a:ext uri="{FF2B5EF4-FFF2-40B4-BE49-F238E27FC236}">
                <a16:creationId xmlns:a16="http://schemas.microsoft.com/office/drawing/2014/main" id="{E9FD9C76-6110-547B-5031-3A888799AA1E}"/>
              </a:ext>
            </a:extLst>
          </p:cNvPr>
          <p:cNvSpPr txBox="1"/>
          <p:nvPr/>
        </p:nvSpPr>
        <p:spPr>
          <a:xfrm>
            <a:off x="8199783" y="1228463"/>
            <a:ext cx="4076757" cy="2585323"/>
          </a:xfrm>
          <a:prstGeom prst="rect">
            <a:avLst/>
          </a:prstGeom>
          <a:noFill/>
        </p:spPr>
        <p:txBody>
          <a:bodyPr wrap="square" rtlCol="0">
            <a:spAutoFit/>
          </a:bodyPr>
          <a:lstStyle/>
          <a:p>
            <a:r>
              <a:rPr lang="en-US" dirty="0"/>
              <a:t>Submit:</a:t>
            </a:r>
          </a:p>
          <a:p>
            <a:pPr marL="285750" indent="-285750">
              <a:buFont typeface="Arial" panose="020B0604020202020204" pitchFamily="34" charset="0"/>
              <a:buChar char="•"/>
            </a:pPr>
            <a:r>
              <a:rPr lang="en-US" dirty="0"/>
              <a:t>DisplayASCIIChar.java</a:t>
            </a:r>
          </a:p>
          <a:p>
            <a:pPr marL="285750" indent="-285750">
              <a:buFont typeface="Arial" panose="020B0604020202020204" pitchFamily="34" charset="0"/>
              <a:buChar char="•"/>
            </a:pPr>
            <a:r>
              <a:rPr lang="en-US" dirty="0"/>
              <a:t>DisplayASCIIChar.mp4</a:t>
            </a:r>
          </a:p>
          <a:p>
            <a:pPr marL="285750" indent="-285750">
              <a:buFont typeface="Arial" panose="020B0604020202020204" pitchFamily="34" charset="0"/>
              <a:buChar char="•"/>
            </a:pPr>
            <a:r>
              <a:rPr lang="en-US" dirty="0"/>
              <a:t>JavaNotes.docx</a:t>
            </a:r>
          </a:p>
          <a:p>
            <a:endParaRPr lang="en-US" dirty="0"/>
          </a:p>
          <a:p>
            <a:r>
              <a:rPr lang="en-US" dirty="0"/>
              <a:t>Code should be well commented</a:t>
            </a:r>
          </a:p>
          <a:p>
            <a:r>
              <a:rPr lang="en-US" dirty="0"/>
              <a:t>with a consistent coding style and </a:t>
            </a:r>
          </a:p>
          <a:p>
            <a:r>
              <a:rPr lang="en-US" dirty="0"/>
              <a:t>defensive coding techniques </a:t>
            </a:r>
          </a:p>
          <a:p>
            <a:r>
              <a:rPr lang="en-US" dirty="0"/>
              <a:t>prevent erroneous input.</a:t>
            </a:r>
          </a:p>
        </p:txBody>
      </p:sp>
    </p:spTree>
    <p:extLst>
      <p:ext uri="{BB962C8B-B14F-4D97-AF65-F5344CB8AC3E}">
        <p14:creationId xmlns:p14="http://schemas.microsoft.com/office/powerpoint/2010/main" val="18868665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TM78884036_DIGITAL ION DESIGN_SL_V1.pptx" id="{AD58A1CE-E9E9-4C2E-83A0-65FD4522F93A}" vid="{1E9553B9-AA04-4A15-9836-1E06682578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8A7C7559C5F5646811A04B835F0A55E" ma:contentTypeVersion="8" ma:contentTypeDescription="Create a new document." ma:contentTypeScope="" ma:versionID="ab5794de7671f36f9af590cd60528b57">
  <xsd:schema xmlns:xsd="http://www.w3.org/2001/XMLSchema" xmlns:xs="http://www.w3.org/2001/XMLSchema" xmlns:p="http://schemas.microsoft.com/office/2006/metadata/properties" xmlns:ns3="15581464-e061-4b9c-8f54-4afddfb39516" targetNamespace="http://schemas.microsoft.com/office/2006/metadata/properties" ma:root="true" ma:fieldsID="51cb98cea5eb4d29c301211dcea5566f" ns3:_="">
    <xsd:import namespace="15581464-e061-4b9c-8f54-4afddfb39516"/>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81464-e061-4b9c-8f54-4afddfb3951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D16958A-754B-4396-9457-FD7A427A37DD}">
  <ds:schemaRefs>
    <ds:schemaRef ds:uri="http://schemas.microsoft.com/sharepoint/v3/contenttype/forms"/>
  </ds:schemaRefs>
</ds:datastoreItem>
</file>

<file path=customXml/itemProps2.xml><?xml version="1.0" encoding="utf-8"?>
<ds:datastoreItem xmlns:ds="http://schemas.openxmlformats.org/officeDocument/2006/customXml" ds:itemID="{048C88F1-1664-415F-AFCE-F6CF45809817}">
  <ds:schemaRefs>
    <ds:schemaRef ds:uri="http://purl.org/dc/terms/"/>
    <ds:schemaRef ds:uri="http://www.w3.org/XML/1998/namespace"/>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 ds:uri="15581464-e061-4b9c-8f54-4afddfb39516"/>
    <ds:schemaRef ds:uri="http://purl.org/dc/elements/1.1/"/>
  </ds:schemaRefs>
</ds:datastoreItem>
</file>

<file path=customXml/itemProps3.xml><?xml version="1.0" encoding="utf-8"?>
<ds:datastoreItem xmlns:ds="http://schemas.openxmlformats.org/officeDocument/2006/customXml" ds:itemID="{8431D920-E793-4497-B43B-C2491E1EAA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81464-e061-4b9c-8f54-4afddfb3951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Digital design</Template>
  <TotalTime>4562</TotalTime>
  <Words>1278</Words>
  <Application>Microsoft Office PowerPoint</Application>
  <PresentationFormat>Widescreen</PresentationFormat>
  <Paragraphs>200</Paragraphs>
  <Slides>28</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Century Gothic</vt:lpstr>
      <vt:lpstr>Consolas</vt:lpstr>
      <vt:lpstr>Courier New</vt:lpstr>
      <vt:lpstr>Monotype Sorts</vt:lpstr>
      <vt:lpstr>Wingdings 3</vt:lpstr>
      <vt:lpstr>Ion</vt:lpstr>
      <vt:lpstr>Java Programming I</vt:lpstr>
      <vt:lpstr>4.1 Objectives</vt:lpstr>
      <vt:lpstr>4.1 Objectives (continued)</vt:lpstr>
      <vt:lpstr>4.1 Introduction The focus of this chapter is to introduce mathematical functions, characters, String objects, and use them to develop programs.</vt:lpstr>
      <vt:lpstr>4.2 Common Mathematical Functions .</vt:lpstr>
      <vt:lpstr>4.2.1 Trigonometric Functions .</vt:lpstr>
      <vt:lpstr>4.2.2 Exponent Functions .</vt:lpstr>
      <vt:lpstr>4.2.3 Rounding Functions .</vt:lpstr>
      <vt:lpstr>4.2.4 The min, max, abs Methods .</vt:lpstr>
      <vt:lpstr>4.2.6 Case Study:Computing Angles of a Triangle .</vt:lpstr>
      <vt:lpstr>4.3 Character Data Type and Operations .</vt:lpstr>
      <vt:lpstr>4.3.1 Unicode and ASCII code.</vt:lpstr>
      <vt:lpstr>4.3 Unicode and ASCII code.</vt:lpstr>
      <vt:lpstr>4.3.2 Escape Sequences for Special Characters.</vt:lpstr>
      <vt:lpstr>4.3.3 Casting between  and Numeric Types.</vt:lpstr>
      <vt:lpstr>4.3.4 Comparing and Testing Characters.</vt:lpstr>
      <vt:lpstr>4.3.4 Comparing and Testing Characters.</vt:lpstr>
      <vt:lpstr>4.4 The String Type</vt:lpstr>
      <vt:lpstr>4.4.7 Comparing Strings</vt:lpstr>
      <vt:lpstr>4.4.8 Obtaining Substrings</vt:lpstr>
      <vt:lpstr>4.4.9 Finding a character in a substring</vt:lpstr>
      <vt:lpstr>4.4.10 Conversion between Strings and Numbers</vt:lpstr>
      <vt:lpstr>4.5 Case Study</vt:lpstr>
      <vt:lpstr>4.5 Case Study</vt:lpstr>
      <vt:lpstr>4.6 Formatting Console Output</vt:lpstr>
      <vt:lpstr>4.6 Formatting Console Output</vt:lpstr>
      <vt:lpstr>4.7 TextBlocks</vt:lpstr>
      <vt:lpstr>Lab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 Dobbs</dc:creator>
  <cp:lastModifiedBy>Eric Dobbs</cp:lastModifiedBy>
  <cp:revision>4</cp:revision>
  <dcterms:created xsi:type="dcterms:W3CDTF">2026-01-21T15:38:42Z</dcterms:created>
  <dcterms:modified xsi:type="dcterms:W3CDTF">2026-02-05T02:57:25Z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0x01010098A7C7559C5F5646811A04B835F0A55E</vt:lpwstr>
  </property>
</Properties>
</file>
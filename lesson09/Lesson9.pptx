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352" r:id="rId6"/>
    <p:sldId id="368" r:id="rId7"/>
    <p:sldId id="354" r:id="rId8"/>
    <p:sldId id="355" r:id="rId9"/>
    <p:sldId id="369" r:id="rId10"/>
    <p:sldId id="370" r:id="rId11"/>
    <p:sldId id="371" r:id="rId12"/>
    <p:sldId id="356" r:id="rId13"/>
    <p:sldId id="372" r:id="rId14"/>
    <p:sldId id="374" r:id="rId15"/>
    <p:sldId id="357" r:id="rId16"/>
    <p:sldId id="375" r:id="rId17"/>
    <p:sldId id="376" r:id="rId18"/>
    <p:sldId id="377" r:id="rId19"/>
    <p:sldId id="378" r:id="rId20"/>
    <p:sldId id="379" r:id="rId21"/>
    <p:sldId id="380" r:id="rId22"/>
    <p:sldId id="381" r:id="rId23"/>
    <p:sldId id="382" r:id="rId24"/>
    <p:sldId id="383" r:id="rId25"/>
    <p:sldId id="384" r:id="rId26"/>
    <p:sldId id="386" r:id="rId27"/>
    <p:sldId id="385" r:id="rId28"/>
    <p:sldId id="387" r:id="rId29"/>
    <p:sldId id="388" r:id="rId30"/>
    <p:sldId id="389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ACD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D0DB15-FD5A-4898-A3A7-D643459085E2}" v="72" dt="2026-04-02T16:43:44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927" autoAdjust="0"/>
  </p:normalViewPr>
  <p:slideViewPr>
    <p:cSldViewPr snapToGrid="0">
      <p:cViewPr varScale="1">
        <p:scale>
          <a:sx n="74" d="100"/>
          <a:sy n="74" d="100"/>
        </p:scale>
        <p:origin x="994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Dobbs" userId="c3e04ad9674fc5b2" providerId="LiveId" clId="{44D212E8-3274-465A-869D-9E6009D3334A}"/>
    <pc:docChg chg="undo custSel addSld delSld modSld">
      <pc:chgData name="Eric Dobbs" userId="c3e04ad9674fc5b2" providerId="LiveId" clId="{44D212E8-3274-465A-869D-9E6009D3334A}" dt="2026-04-02T16:59:14.427" v="4588" actId="14100"/>
      <pc:docMkLst>
        <pc:docMk/>
      </pc:docMkLst>
      <pc:sldChg chg="modSp mod">
        <pc:chgData name="Eric Dobbs" userId="c3e04ad9674fc5b2" providerId="LiveId" clId="{44D212E8-3274-465A-869D-9E6009D3334A}" dt="2026-04-01T02:17:04.067" v="22" actId="20577"/>
        <pc:sldMkLst>
          <pc:docMk/>
          <pc:sldMk cId="193000927" sldId="256"/>
        </pc:sldMkLst>
        <pc:spChg chg="mod">
          <ac:chgData name="Eric Dobbs" userId="c3e04ad9674fc5b2" providerId="LiveId" clId="{44D212E8-3274-465A-869D-9E6009D3334A}" dt="2026-04-01T02:17:04.067" v="22" actId="20577"/>
          <ac:spMkLst>
            <pc:docMk/>
            <pc:sldMk cId="193000927" sldId="256"/>
            <ac:spMk id="3" creationId="{B4CA222A-88BC-48F4-9AE8-2115B7D1E6DC}"/>
          </ac:spMkLst>
        </pc:spChg>
      </pc:sldChg>
      <pc:sldChg chg="addSp delSp modSp mod">
        <pc:chgData name="Eric Dobbs" userId="c3e04ad9674fc5b2" providerId="LiveId" clId="{44D212E8-3274-465A-869D-9E6009D3334A}" dt="2026-04-02T02:57:22.503" v="42" actId="21"/>
        <pc:sldMkLst>
          <pc:docMk/>
          <pc:sldMk cId="0" sldId="352"/>
        </pc:sldMkLst>
        <pc:spChg chg="add">
          <ac:chgData name="Eric Dobbs" userId="c3e04ad9674fc5b2" providerId="LiveId" clId="{44D212E8-3274-465A-869D-9E6009D3334A}" dt="2026-04-02T02:53:55.273" v="23"/>
          <ac:spMkLst>
            <pc:docMk/>
            <pc:sldMk cId="0" sldId="352"/>
            <ac:spMk id="2" creationId="{98320C06-24E9-7521-9769-5D5FC6A3709E}"/>
          </ac:spMkLst>
        </pc:spChg>
        <pc:spChg chg="add del mod">
          <ac:chgData name="Eric Dobbs" userId="c3e04ad9674fc5b2" providerId="LiveId" clId="{44D212E8-3274-465A-869D-9E6009D3334A}" dt="2026-04-02T02:54:22.270" v="28"/>
          <ac:spMkLst>
            <pc:docMk/>
            <pc:sldMk cId="0" sldId="352"/>
            <ac:spMk id="3" creationId="{E55B052D-EF14-FBEB-1848-7BB6307B98BA}"/>
          </ac:spMkLst>
        </pc:spChg>
        <pc:spChg chg="add del mod">
          <ac:chgData name="Eric Dobbs" userId="c3e04ad9674fc5b2" providerId="LiveId" clId="{44D212E8-3274-465A-869D-9E6009D3334A}" dt="2026-04-02T02:57:22.503" v="42" actId="21"/>
          <ac:spMkLst>
            <pc:docMk/>
            <pc:sldMk cId="0" sldId="352"/>
            <ac:spMk id="5" creationId="{106DB54B-277F-8587-FEAC-93DC93A8EDB3}"/>
          </ac:spMkLst>
        </pc:spChg>
      </pc:sldChg>
      <pc:sldChg chg="addSp delSp modSp mod">
        <pc:chgData name="Eric Dobbs" userId="c3e04ad9674fc5b2" providerId="LiveId" clId="{44D212E8-3274-465A-869D-9E6009D3334A}" dt="2026-04-02T03:00:40.692" v="104" actId="20577"/>
        <pc:sldMkLst>
          <pc:docMk/>
          <pc:sldMk cId="190293436" sldId="354"/>
        </pc:sldMkLst>
        <pc:spChg chg="mod">
          <ac:chgData name="Eric Dobbs" userId="c3e04ad9674fc5b2" providerId="LiveId" clId="{44D212E8-3274-465A-869D-9E6009D3334A}" dt="2026-04-02T02:58:56.868" v="93" actId="20577"/>
          <ac:spMkLst>
            <pc:docMk/>
            <pc:sldMk cId="190293436" sldId="354"/>
            <ac:spMk id="2" creationId="{B9FCE389-1FC4-8639-3006-80D44A34354E}"/>
          </ac:spMkLst>
        </pc:spChg>
        <pc:spChg chg="mod">
          <ac:chgData name="Eric Dobbs" userId="c3e04ad9674fc5b2" providerId="LiveId" clId="{44D212E8-3274-465A-869D-9E6009D3334A}" dt="2026-04-02T03:00:40.692" v="104" actId="20577"/>
          <ac:spMkLst>
            <pc:docMk/>
            <pc:sldMk cId="190293436" sldId="354"/>
            <ac:spMk id="3" creationId="{A1C25B78-2E3B-93EB-B220-3E997C50E4D0}"/>
          </ac:spMkLst>
        </pc:spChg>
        <pc:spChg chg="add">
          <ac:chgData name="Eric Dobbs" userId="c3e04ad9674fc5b2" providerId="LiveId" clId="{44D212E8-3274-465A-869D-9E6009D3334A}" dt="2026-04-02T02:59:38.730" v="94"/>
          <ac:spMkLst>
            <pc:docMk/>
            <pc:sldMk cId="190293436" sldId="354"/>
            <ac:spMk id="4" creationId="{7F658FB9-B2C1-A5FA-2A47-EF7B075C98D2}"/>
          </ac:spMkLst>
        </pc:spChg>
        <pc:spChg chg="del mod">
          <ac:chgData name="Eric Dobbs" userId="c3e04ad9674fc5b2" providerId="LiveId" clId="{44D212E8-3274-465A-869D-9E6009D3334A}" dt="2026-04-02T02:59:56.560" v="99" actId="478"/>
          <ac:spMkLst>
            <pc:docMk/>
            <pc:sldMk cId="190293436" sldId="354"/>
            <ac:spMk id="5" creationId="{33A1DEAA-DC5B-6293-8D1C-8F9DB5329DF1}"/>
          </ac:spMkLst>
        </pc:spChg>
      </pc:sldChg>
      <pc:sldChg chg="addSp delSp modSp mod">
        <pc:chgData name="Eric Dobbs" userId="c3e04ad9674fc5b2" providerId="LiveId" clId="{44D212E8-3274-465A-869D-9E6009D3334A}" dt="2026-04-02T03:21:37.186" v="397" actId="1076"/>
        <pc:sldMkLst>
          <pc:docMk/>
          <pc:sldMk cId="3630922822" sldId="355"/>
        </pc:sldMkLst>
        <pc:spChg chg="mod">
          <ac:chgData name="Eric Dobbs" userId="c3e04ad9674fc5b2" providerId="LiveId" clId="{44D212E8-3274-465A-869D-9E6009D3334A}" dt="2026-04-02T03:01:32.346" v="105"/>
          <ac:spMkLst>
            <pc:docMk/>
            <pc:sldMk cId="3630922822" sldId="355"/>
            <ac:spMk id="2" creationId="{F939CC76-2088-E0BA-F7FB-92201C7245A6}"/>
          </ac:spMkLst>
        </pc:spChg>
        <pc:spChg chg="del mod">
          <ac:chgData name="Eric Dobbs" userId="c3e04ad9674fc5b2" providerId="LiveId" clId="{44D212E8-3274-465A-869D-9E6009D3334A}" dt="2026-04-02T03:01:38.195" v="107" actId="478"/>
          <ac:spMkLst>
            <pc:docMk/>
            <pc:sldMk cId="3630922822" sldId="355"/>
            <ac:spMk id="3" creationId="{F4B8BC64-1705-1EA7-1C72-208583F76CA7}"/>
          </ac:spMkLst>
        </pc:spChg>
        <pc:spChg chg="del">
          <ac:chgData name="Eric Dobbs" userId="c3e04ad9674fc5b2" providerId="LiveId" clId="{44D212E8-3274-465A-869D-9E6009D3334A}" dt="2026-04-02T03:02:01.065" v="121" actId="478"/>
          <ac:spMkLst>
            <pc:docMk/>
            <pc:sldMk cId="3630922822" sldId="355"/>
            <ac:spMk id="4" creationId="{384ED353-9CC8-91F1-F2D6-7203AE7B001C}"/>
          </ac:spMkLst>
        </pc:spChg>
        <pc:spChg chg="del">
          <ac:chgData name="Eric Dobbs" userId="c3e04ad9674fc5b2" providerId="LiveId" clId="{44D212E8-3274-465A-869D-9E6009D3334A}" dt="2026-04-02T03:01:49.358" v="109" actId="478"/>
          <ac:spMkLst>
            <pc:docMk/>
            <pc:sldMk cId="3630922822" sldId="355"/>
            <ac:spMk id="5" creationId="{2751182D-8AB0-914B-FBD5-DC5571C56867}"/>
          </ac:spMkLst>
        </pc:spChg>
        <pc:spChg chg="del">
          <ac:chgData name="Eric Dobbs" userId="c3e04ad9674fc5b2" providerId="LiveId" clId="{44D212E8-3274-465A-869D-9E6009D3334A}" dt="2026-04-02T03:01:58.888" v="118" actId="478"/>
          <ac:spMkLst>
            <pc:docMk/>
            <pc:sldMk cId="3630922822" sldId="355"/>
            <ac:spMk id="6" creationId="{005DB371-342D-3A05-E624-88671DBEA758}"/>
          </ac:spMkLst>
        </pc:spChg>
        <pc:spChg chg="del">
          <ac:chgData name="Eric Dobbs" userId="c3e04ad9674fc5b2" providerId="LiveId" clId="{44D212E8-3274-465A-869D-9E6009D3334A}" dt="2026-04-02T03:01:59.639" v="119" actId="478"/>
          <ac:spMkLst>
            <pc:docMk/>
            <pc:sldMk cId="3630922822" sldId="355"/>
            <ac:spMk id="7" creationId="{2C309083-10E4-4BF3-F080-3948F00DC1C7}"/>
          </ac:spMkLst>
        </pc:spChg>
        <pc:spChg chg="del">
          <ac:chgData name="Eric Dobbs" userId="c3e04ad9674fc5b2" providerId="LiveId" clId="{44D212E8-3274-465A-869D-9E6009D3334A}" dt="2026-04-02T03:02:00.350" v="120" actId="478"/>
          <ac:spMkLst>
            <pc:docMk/>
            <pc:sldMk cId="3630922822" sldId="355"/>
            <ac:spMk id="8" creationId="{FDBA7F5F-CE42-1FE4-D374-963269BB92E1}"/>
          </ac:spMkLst>
        </pc:spChg>
        <pc:spChg chg="del">
          <ac:chgData name="Eric Dobbs" userId="c3e04ad9674fc5b2" providerId="LiveId" clId="{44D212E8-3274-465A-869D-9E6009D3334A}" dt="2026-04-02T03:02:01.892" v="122" actId="478"/>
          <ac:spMkLst>
            <pc:docMk/>
            <pc:sldMk cId="3630922822" sldId="355"/>
            <ac:spMk id="9" creationId="{C43557D9-6946-CF09-D193-0213DF3B1B69}"/>
          </ac:spMkLst>
        </pc:spChg>
        <pc:spChg chg="del">
          <ac:chgData name="Eric Dobbs" userId="c3e04ad9674fc5b2" providerId="LiveId" clId="{44D212E8-3274-465A-869D-9E6009D3334A}" dt="2026-04-02T03:01:50.755" v="110" actId="478"/>
          <ac:spMkLst>
            <pc:docMk/>
            <pc:sldMk cId="3630922822" sldId="355"/>
            <ac:spMk id="10" creationId="{4DC4257B-4F50-68F1-B37E-5E2B553314C2}"/>
          </ac:spMkLst>
        </pc:spChg>
        <pc:spChg chg="del">
          <ac:chgData name="Eric Dobbs" userId="c3e04ad9674fc5b2" providerId="LiveId" clId="{44D212E8-3274-465A-869D-9E6009D3334A}" dt="2026-04-02T03:01:58.183" v="117" actId="478"/>
          <ac:spMkLst>
            <pc:docMk/>
            <pc:sldMk cId="3630922822" sldId="355"/>
            <ac:spMk id="11" creationId="{96BCDF03-F000-3914-3CB4-42C04F9AFECD}"/>
          </ac:spMkLst>
        </pc:spChg>
        <pc:spChg chg="del">
          <ac:chgData name="Eric Dobbs" userId="c3e04ad9674fc5b2" providerId="LiveId" clId="{44D212E8-3274-465A-869D-9E6009D3334A}" dt="2026-04-02T03:02:03.357" v="124" actId="478"/>
          <ac:spMkLst>
            <pc:docMk/>
            <pc:sldMk cId="3630922822" sldId="355"/>
            <ac:spMk id="12" creationId="{CDDB0516-355F-7FD5-7C81-C837F0CE5670}"/>
          </ac:spMkLst>
        </pc:spChg>
        <pc:spChg chg="del">
          <ac:chgData name="Eric Dobbs" userId="c3e04ad9674fc5b2" providerId="LiveId" clId="{44D212E8-3274-465A-869D-9E6009D3334A}" dt="2026-04-02T03:02:02.665" v="123" actId="478"/>
          <ac:spMkLst>
            <pc:docMk/>
            <pc:sldMk cId="3630922822" sldId="355"/>
            <ac:spMk id="13" creationId="{AF2859AD-463C-A5EA-AE80-6CC8F57A8620}"/>
          </ac:spMkLst>
        </pc:spChg>
        <pc:spChg chg="del">
          <ac:chgData name="Eric Dobbs" userId="c3e04ad9674fc5b2" providerId="LiveId" clId="{44D212E8-3274-465A-869D-9E6009D3334A}" dt="2026-04-02T03:02:05.567" v="127" actId="478"/>
          <ac:spMkLst>
            <pc:docMk/>
            <pc:sldMk cId="3630922822" sldId="355"/>
            <ac:spMk id="14" creationId="{FFA6C985-AAF5-1251-2DD9-380AD1E89C40}"/>
          </ac:spMkLst>
        </pc:spChg>
        <pc:spChg chg="del">
          <ac:chgData name="Eric Dobbs" userId="c3e04ad9674fc5b2" providerId="LiveId" clId="{44D212E8-3274-465A-869D-9E6009D3334A}" dt="2026-04-02T03:01:51.743" v="111" actId="478"/>
          <ac:spMkLst>
            <pc:docMk/>
            <pc:sldMk cId="3630922822" sldId="355"/>
            <ac:spMk id="15" creationId="{7F400CC8-C72B-FE25-9B0E-9FCF9EC0FE04}"/>
          </ac:spMkLst>
        </pc:spChg>
        <pc:spChg chg="del">
          <ac:chgData name="Eric Dobbs" userId="c3e04ad9674fc5b2" providerId="LiveId" clId="{44D212E8-3274-465A-869D-9E6009D3334A}" dt="2026-04-02T03:01:55.401" v="116" actId="478"/>
          <ac:spMkLst>
            <pc:docMk/>
            <pc:sldMk cId="3630922822" sldId="355"/>
            <ac:spMk id="16" creationId="{F46D0C78-303B-7245-D203-DC114D45C887}"/>
          </ac:spMkLst>
        </pc:spChg>
        <pc:spChg chg="del">
          <ac:chgData name="Eric Dobbs" userId="c3e04ad9674fc5b2" providerId="LiveId" clId="{44D212E8-3274-465A-869D-9E6009D3334A}" dt="2026-04-02T03:02:04.105" v="125" actId="478"/>
          <ac:spMkLst>
            <pc:docMk/>
            <pc:sldMk cId="3630922822" sldId="355"/>
            <ac:spMk id="17" creationId="{EC41B7A2-EBD8-7EAF-A7ED-A880E743F97B}"/>
          </ac:spMkLst>
        </pc:spChg>
        <pc:spChg chg="del">
          <ac:chgData name="Eric Dobbs" userId="c3e04ad9674fc5b2" providerId="LiveId" clId="{44D212E8-3274-465A-869D-9E6009D3334A}" dt="2026-04-02T03:02:04.757" v="126" actId="478"/>
          <ac:spMkLst>
            <pc:docMk/>
            <pc:sldMk cId="3630922822" sldId="355"/>
            <ac:spMk id="18" creationId="{81D8372E-CED1-D378-DED3-CC6854629F6B}"/>
          </ac:spMkLst>
        </pc:spChg>
        <pc:spChg chg="del">
          <ac:chgData name="Eric Dobbs" userId="c3e04ad9674fc5b2" providerId="LiveId" clId="{44D212E8-3274-465A-869D-9E6009D3334A}" dt="2026-04-02T03:02:06.124" v="128" actId="478"/>
          <ac:spMkLst>
            <pc:docMk/>
            <pc:sldMk cId="3630922822" sldId="355"/>
            <ac:spMk id="19" creationId="{0B51B2CD-D3D9-D3D4-1027-6667C9830B09}"/>
          </ac:spMkLst>
        </pc:spChg>
        <pc:spChg chg="del">
          <ac:chgData name="Eric Dobbs" userId="c3e04ad9674fc5b2" providerId="LiveId" clId="{44D212E8-3274-465A-869D-9E6009D3334A}" dt="2026-04-02T03:01:52.352" v="112" actId="478"/>
          <ac:spMkLst>
            <pc:docMk/>
            <pc:sldMk cId="3630922822" sldId="355"/>
            <ac:spMk id="20" creationId="{AC15B0EE-DFDC-973A-8520-CD83B953F64C}"/>
          </ac:spMkLst>
        </pc:spChg>
        <pc:spChg chg="del">
          <ac:chgData name="Eric Dobbs" userId="c3e04ad9674fc5b2" providerId="LiveId" clId="{44D212E8-3274-465A-869D-9E6009D3334A}" dt="2026-04-02T03:01:54.420" v="115" actId="478"/>
          <ac:spMkLst>
            <pc:docMk/>
            <pc:sldMk cId="3630922822" sldId="355"/>
            <ac:spMk id="21" creationId="{FEFFEE22-FD52-B721-4035-061509515062}"/>
          </ac:spMkLst>
        </pc:spChg>
        <pc:spChg chg="del">
          <ac:chgData name="Eric Dobbs" userId="c3e04ad9674fc5b2" providerId="LiveId" clId="{44D212E8-3274-465A-869D-9E6009D3334A}" dt="2026-04-02T03:02:07.806" v="130" actId="478"/>
          <ac:spMkLst>
            <pc:docMk/>
            <pc:sldMk cId="3630922822" sldId="355"/>
            <ac:spMk id="22" creationId="{225926F1-1E6B-486D-B1EB-F0620B8B9576}"/>
          </ac:spMkLst>
        </pc:spChg>
        <pc:spChg chg="del">
          <ac:chgData name="Eric Dobbs" userId="c3e04ad9674fc5b2" providerId="LiveId" clId="{44D212E8-3274-465A-869D-9E6009D3334A}" dt="2026-04-02T03:02:06.917" v="129" actId="478"/>
          <ac:spMkLst>
            <pc:docMk/>
            <pc:sldMk cId="3630922822" sldId="355"/>
            <ac:spMk id="23" creationId="{30FF6CB4-CC21-9F83-FFFD-7F13A00C418D}"/>
          </ac:spMkLst>
        </pc:spChg>
        <pc:spChg chg="add del mod">
          <ac:chgData name="Eric Dobbs" userId="c3e04ad9674fc5b2" providerId="LiveId" clId="{44D212E8-3274-465A-869D-9E6009D3334A}" dt="2026-04-02T03:01:40.821" v="108" actId="478"/>
          <ac:spMkLst>
            <pc:docMk/>
            <pc:sldMk cId="3630922822" sldId="355"/>
            <ac:spMk id="25" creationId="{6E1968A2-ED27-A7C9-E762-7F0CC9A1E154}"/>
          </ac:spMkLst>
        </pc:spChg>
        <pc:spChg chg="add mod">
          <ac:chgData name="Eric Dobbs" userId="c3e04ad9674fc5b2" providerId="LiveId" clId="{44D212E8-3274-465A-869D-9E6009D3334A}" dt="2026-04-02T03:21:37.186" v="397" actId="1076"/>
          <ac:spMkLst>
            <pc:docMk/>
            <pc:sldMk cId="3630922822" sldId="355"/>
            <ac:spMk id="26" creationId="{E8DAF3E2-1D8B-41B1-9F89-E14A20F8AFC9}"/>
          </ac:spMkLst>
        </pc:spChg>
        <pc:spChg chg="del mod">
          <ac:chgData name="Eric Dobbs" userId="c3e04ad9674fc5b2" providerId="LiveId" clId="{44D212E8-3274-465A-869D-9E6009D3334A}" dt="2026-04-02T03:02:13.221" v="135" actId="478"/>
          <ac:spMkLst>
            <pc:docMk/>
            <pc:sldMk cId="3630922822" sldId="355"/>
            <ac:spMk id="29" creationId="{C2A204D0-A97F-6EF1-1959-5CC605C7CBC1}"/>
          </ac:spMkLst>
        </pc:spChg>
        <pc:spChg chg="del">
          <ac:chgData name="Eric Dobbs" userId="c3e04ad9674fc5b2" providerId="LiveId" clId="{44D212E8-3274-465A-869D-9E6009D3334A}" dt="2026-04-02T03:01:53.028" v="113" actId="478"/>
          <ac:spMkLst>
            <pc:docMk/>
            <pc:sldMk cId="3630922822" sldId="355"/>
            <ac:spMk id="30" creationId="{7D554077-346A-B010-AD52-AA81BD4C9CF6}"/>
          </ac:spMkLst>
        </pc:spChg>
        <pc:spChg chg="del mod">
          <ac:chgData name="Eric Dobbs" userId="c3e04ad9674fc5b2" providerId="LiveId" clId="{44D212E8-3274-465A-869D-9E6009D3334A}" dt="2026-04-02T03:02:08.505" v="131" actId="478"/>
          <ac:spMkLst>
            <pc:docMk/>
            <pc:sldMk cId="3630922822" sldId="355"/>
            <ac:spMk id="31" creationId="{C7CE2E75-A2B2-D727-C0A3-52A7C95A9E8C}"/>
          </ac:spMkLst>
        </pc:spChg>
        <pc:spChg chg="del">
          <ac:chgData name="Eric Dobbs" userId="c3e04ad9674fc5b2" providerId="LiveId" clId="{44D212E8-3274-465A-869D-9E6009D3334A}" dt="2026-04-02T03:02:09.171" v="132" actId="478"/>
          <ac:spMkLst>
            <pc:docMk/>
            <pc:sldMk cId="3630922822" sldId="355"/>
            <ac:spMk id="32" creationId="{F9798180-307F-2218-1323-363600F30FAC}"/>
          </ac:spMkLst>
        </pc:spChg>
        <pc:spChg chg="del">
          <ac:chgData name="Eric Dobbs" userId="c3e04ad9674fc5b2" providerId="LiveId" clId="{44D212E8-3274-465A-869D-9E6009D3334A}" dt="2026-04-02T03:02:09.869" v="133" actId="478"/>
          <ac:spMkLst>
            <pc:docMk/>
            <pc:sldMk cId="3630922822" sldId="355"/>
            <ac:spMk id="33" creationId="{0C08C67F-EA6F-4B37-F886-BBC204007367}"/>
          </ac:spMkLst>
        </pc:spChg>
        <pc:spChg chg="del mod">
          <ac:chgData name="Eric Dobbs" userId="c3e04ad9674fc5b2" providerId="LiveId" clId="{44D212E8-3274-465A-869D-9E6009D3334A}" dt="2026-04-02T03:02:15.858" v="137" actId="478"/>
          <ac:spMkLst>
            <pc:docMk/>
            <pc:sldMk cId="3630922822" sldId="355"/>
            <ac:spMk id="34" creationId="{67AE7201-FAF4-DD52-E109-6475E77A0529}"/>
          </ac:spMkLst>
        </pc:spChg>
      </pc:sldChg>
      <pc:sldChg chg="addSp delSp modSp mod">
        <pc:chgData name="Eric Dobbs" userId="c3e04ad9674fc5b2" providerId="LiveId" clId="{44D212E8-3274-465A-869D-9E6009D3334A}" dt="2026-04-02T11:09:28.384" v="1013" actId="478"/>
        <pc:sldMkLst>
          <pc:docMk/>
          <pc:sldMk cId="3510344383" sldId="356"/>
        </pc:sldMkLst>
        <pc:spChg chg="mod">
          <ac:chgData name="Eric Dobbs" userId="c3e04ad9674fc5b2" providerId="LiveId" clId="{44D212E8-3274-465A-869D-9E6009D3334A}" dt="2026-04-02T10:38:02.508" v="612" actId="20577"/>
          <ac:spMkLst>
            <pc:docMk/>
            <pc:sldMk cId="3510344383" sldId="356"/>
            <ac:spMk id="2" creationId="{DD43F357-CE3C-1BD2-99DA-D515BC5C8B65}"/>
          </ac:spMkLst>
        </pc:spChg>
        <pc:spChg chg="del mod">
          <ac:chgData name="Eric Dobbs" userId="c3e04ad9674fc5b2" providerId="LiveId" clId="{44D212E8-3274-465A-869D-9E6009D3334A}" dt="2026-04-02T10:55:37.141" v="697" actId="478"/>
          <ac:spMkLst>
            <pc:docMk/>
            <pc:sldMk cId="3510344383" sldId="356"/>
            <ac:spMk id="3" creationId="{89E01C44-3652-463E-BB32-C1F442A602D1}"/>
          </ac:spMkLst>
        </pc:spChg>
        <pc:spChg chg="del mod">
          <ac:chgData name="Eric Dobbs" userId="c3e04ad9674fc5b2" providerId="LiveId" clId="{44D212E8-3274-465A-869D-9E6009D3334A}" dt="2026-04-02T10:55:49.608" v="699" actId="478"/>
          <ac:spMkLst>
            <pc:docMk/>
            <pc:sldMk cId="3510344383" sldId="356"/>
            <ac:spMk id="4" creationId="{40261086-7555-9A57-66A5-5D2CE90D0A07}"/>
          </ac:spMkLst>
        </pc:spChg>
        <pc:spChg chg="add mod">
          <ac:chgData name="Eric Dobbs" userId="c3e04ad9674fc5b2" providerId="LiveId" clId="{44D212E8-3274-465A-869D-9E6009D3334A}" dt="2026-04-02T10:57:00.058" v="796" actId="20577"/>
          <ac:spMkLst>
            <pc:docMk/>
            <pc:sldMk cId="3510344383" sldId="356"/>
            <ac:spMk id="6" creationId="{F5C7665C-3ABC-F516-EC0D-33A2B68C7096}"/>
          </ac:spMkLst>
        </pc:spChg>
        <pc:spChg chg="add del mod">
          <ac:chgData name="Eric Dobbs" userId="c3e04ad9674fc5b2" providerId="LiveId" clId="{44D212E8-3274-465A-869D-9E6009D3334A}" dt="2026-04-02T11:09:28.384" v="1013" actId="478"/>
          <ac:spMkLst>
            <pc:docMk/>
            <pc:sldMk cId="3510344383" sldId="356"/>
            <ac:spMk id="7" creationId="{B4E4F601-A90F-F49D-1739-CC2450D6DF64}"/>
          </ac:spMkLst>
        </pc:spChg>
        <pc:spChg chg="add del mod">
          <ac:chgData name="Eric Dobbs" userId="c3e04ad9674fc5b2" providerId="LiveId" clId="{44D212E8-3274-465A-869D-9E6009D3334A}" dt="2026-04-02T11:09:22.803" v="1011" actId="478"/>
          <ac:spMkLst>
            <pc:docMk/>
            <pc:sldMk cId="3510344383" sldId="356"/>
            <ac:spMk id="8" creationId="{83C4D034-43F5-2067-BF8E-5244EA4D8A07}"/>
          </ac:spMkLst>
        </pc:spChg>
        <pc:spChg chg="add del mod">
          <ac:chgData name="Eric Dobbs" userId="c3e04ad9674fc5b2" providerId="LiveId" clId="{44D212E8-3274-465A-869D-9E6009D3334A}" dt="2026-04-02T11:09:24.656" v="1012" actId="478"/>
          <ac:spMkLst>
            <pc:docMk/>
            <pc:sldMk cId="3510344383" sldId="356"/>
            <ac:spMk id="9" creationId="{DFEBC3D4-DC76-12BE-1C33-5478B5B7DB12}"/>
          </ac:spMkLst>
        </pc:spChg>
        <pc:spChg chg="add mod">
          <ac:chgData name="Eric Dobbs" userId="c3e04ad9674fc5b2" providerId="LiveId" clId="{44D212E8-3274-465A-869D-9E6009D3334A}" dt="2026-04-02T11:07:22.007" v="965" actId="20577"/>
          <ac:spMkLst>
            <pc:docMk/>
            <pc:sldMk cId="3510344383" sldId="356"/>
            <ac:spMk id="10" creationId="{84930CC6-2713-9CE3-1EA3-BDFA47C05F18}"/>
          </ac:spMkLst>
        </pc:spChg>
      </pc:sldChg>
      <pc:sldChg chg="addSp delSp modSp mod">
        <pc:chgData name="Eric Dobbs" userId="c3e04ad9674fc5b2" providerId="LiveId" clId="{44D212E8-3274-465A-869D-9E6009D3334A}" dt="2026-04-02T11:37:20.981" v="1537" actId="113"/>
        <pc:sldMkLst>
          <pc:docMk/>
          <pc:sldMk cId="188844982" sldId="357"/>
        </pc:sldMkLst>
        <pc:spChg chg="mod">
          <ac:chgData name="Eric Dobbs" userId="c3e04ad9674fc5b2" providerId="LiveId" clId="{44D212E8-3274-465A-869D-9E6009D3334A}" dt="2026-04-02T11:27:10.507" v="1326" actId="20577"/>
          <ac:spMkLst>
            <pc:docMk/>
            <pc:sldMk cId="188844982" sldId="357"/>
            <ac:spMk id="2" creationId="{04B90F7B-D32C-6CC2-25E7-2A187F1A9217}"/>
          </ac:spMkLst>
        </pc:spChg>
        <pc:spChg chg="mod">
          <ac:chgData name="Eric Dobbs" userId="c3e04ad9674fc5b2" providerId="LiveId" clId="{44D212E8-3274-465A-869D-9E6009D3334A}" dt="2026-04-02T11:37:20.981" v="1537" actId="113"/>
          <ac:spMkLst>
            <pc:docMk/>
            <pc:sldMk cId="188844982" sldId="357"/>
            <ac:spMk id="3" creationId="{3619C3EE-7E13-65EA-7F80-6BC383E3CD5F}"/>
          </ac:spMkLst>
        </pc:spChg>
        <pc:spChg chg="add mod">
          <ac:chgData name="Eric Dobbs" userId="c3e04ad9674fc5b2" providerId="LiveId" clId="{44D212E8-3274-465A-869D-9E6009D3334A}" dt="2026-04-02T11:32:21.037" v="1445" actId="1076"/>
          <ac:spMkLst>
            <pc:docMk/>
            <pc:sldMk cId="188844982" sldId="357"/>
            <ac:spMk id="4" creationId="{9FB69018-34BE-E6F4-9A02-36699297AC12}"/>
          </ac:spMkLst>
        </pc:spChg>
        <pc:spChg chg="del">
          <ac:chgData name="Eric Dobbs" userId="c3e04ad9674fc5b2" providerId="LiveId" clId="{44D212E8-3274-465A-869D-9E6009D3334A}" dt="2026-04-02T11:28:25.611" v="1442" actId="478"/>
          <ac:spMkLst>
            <pc:docMk/>
            <pc:sldMk cId="188844982" sldId="357"/>
            <ac:spMk id="5" creationId="{11534892-218B-3720-6A0C-355B143B1718}"/>
          </ac:spMkLst>
        </pc:spChg>
        <pc:spChg chg="add mod">
          <ac:chgData name="Eric Dobbs" userId="c3e04ad9674fc5b2" providerId="LiveId" clId="{44D212E8-3274-465A-869D-9E6009D3334A}" dt="2026-04-02T11:32:21.037" v="1445" actId="1076"/>
          <ac:spMkLst>
            <pc:docMk/>
            <pc:sldMk cId="188844982" sldId="357"/>
            <ac:spMk id="6" creationId="{CA1E336F-EE1F-A2CE-79D2-D937E03EBED8}"/>
          </ac:spMkLst>
        </pc:spChg>
        <pc:spChg chg="add mod">
          <ac:chgData name="Eric Dobbs" userId="c3e04ad9674fc5b2" providerId="LiveId" clId="{44D212E8-3274-465A-869D-9E6009D3334A}" dt="2026-04-02T11:32:21.037" v="1445" actId="1076"/>
          <ac:spMkLst>
            <pc:docMk/>
            <pc:sldMk cId="188844982" sldId="357"/>
            <ac:spMk id="7" creationId="{E0041C68-FF32-90AB-AC28-84EB3EAA9943}"/>
          </ac:spMkLst>
        </pc:spChg>
        <pc:spChg chg="add mod">
          <ac:chgData name="Eric Dobbs" userId="c3e04ad9674fc5b2" providerId="LiveId" clId="{44D212E8-3274-465A-869D-9E6009D3334A}" dt="2026-04-02T11:36:35.792" v="1535" actId="1076"/>
          <ac:spMkLst>
            <pc:docMk/>
            <pc:sldMk cId="188844982" sldId="357"/>
            <ac:spMk id="8" creationId="{AF15C33C-0AE4-9BE9-8703-884FAE90F3CB}"/>
          </ac:spMkLst>
        </pc:spChg>
        <pc:spChg chg="add mod">
          <ac:chgData name="Eric Dobbs" userId="c3e04ad9674fc5b2" providerId="LiveId" clId="{44D212E8-3274-465A-869D-9E6009D3334A}" dt="2026-04-02T11:35:32.556" v="1526" actId="1076"/>
          <ac:spMkLst>
            <pc:docMk/>
            <pc:sldMk cId="188844982" sldId="357"/>
            <ac:spMk id="9" creationId="{E094E9E9-BF76-E5ED-3E72-D9A6E1EC1DD5}"/>
          </ac:spMkLst>
        </pc:spChg>
        <pc:spChg chg="add mod">
          <ac:chgData name="Eric Dobbs" userId="c3e04ad9674fc5b2" providerId="LiveId" clId="{44D212E8-3274-465A-869D-9E6009D3334A}" dt="2026-04-02T11:36:28.290" v="1533" actId="1076"/>
          <ac:spMkLst>
            <pc:docMk/>
            <pc:sldMk cId="188844982" sldId="357"/>
            <ac:spMk id="10" creationId="{D45EE807-AFB7-351C-7E0E-C0E1AE097497}"/>
          </ac:spMkLst>
        </pc:spChg>
      </pc:sldChg>
      <pc:sldChg chg="del">
        <pc:chgData name="Eric Dobbs" userId="c3e04ad9674fc5b2" providerId="LiveId" clId="{44D212E8-3274-465A-869D-9E6009D3334A}" dt="2026-04-02T13:42:45.634" v="2583" actId="47"/>
        <pc:sldMkLst>
          <pc:docMk/>
          <pc:sldMk cId="4042568981" sldId="358"/>
        </pc:sldMkLst>
      </pc:sldChg>
      <pc:sldChg chg="del">
        <pc:chgData name="Eric Dobbs" userId="c3e04ad9674fc5b2" providerId="LiveId" clId="{44D212E8-3274-465A-869D-9E6009D3334A}" dt="2026-04-02T13:42:47.335" v="2584" actId="47"/>
        <pc:sldMkLst>
          <pc:docMk/>
          <pc:sldMk cId="974134028" sldId="359"/>
        </pc:sldMkLst>
      </pc:sldChg>
      <pc:sldChg chg="del">
        <pc:chgData name="Eric Dobbs" userId="c3e04ad9674fc5b2" providerId="LiveId" clId="{44D212E8-3274-465A-869D-9E6009D3334A}" dt="2026-04-02T13:42:47.970" v="2585" actId="47"/>
        <pc:sldMkLst>
          <pc:docMk/>
          <pc:sldMk cId="4203905241" sldId="360"/>
        </pc:sldMkLst>
      </pc:sldChg>
      <pc:sldChg chg="del">
        <pc:chgData name="Eric Dobbs" userId="c3e04ad9674fc5b2" providerId="LiveId" clId="{44D212E8-3274-465A-869D-9E6009D3334A}" dt="2026-04-02T13:42:48.520" v="2586" actId="47"/>
        <pc:sldMkLst>
          <pc:docMk/>
          <pc:sldMk cId="1733200348" sldId="361"/>
        </pc:sldMkLst>
      </pc:sldChg>
      <pc:sldChg chg="del">
        <pc:chgData name="Eric Dobbs" userId="c3e04ad9674fc5b2" providerId="LiveId" clId="{44D212E8-3274-465A-869D-9E6009D3334A}" dt="2026-04-02T13:42:49.362" v="2587" actId="47"/>
        <pc:sldMkLst>
          <pc:docMk/>
          <pc:sldMk cId="3261451691" sldId="362"/>
        </pc:sldMkLst>
      </pc:sldChg>
      <pc:sldChg chg="del">
        <pc:chgData name="Eric Dobbs" userId="c3e04ad9674fc5b2" providerId="LiveId" clId="{44D212E8-3274-465A-869D-9E6009D3334A}" dt="2026-04-02T13:42:49.964" v="2588" actId="47"/>
        <pc:sldMkLst>
          <pc:docMk/>
          <pc:sldMk cId="2864857057" sldId="363"/>
        </pc:sldMkLst>
      </pc:sldChg>
      <pc:sldChg chg="del">
        <pc:chgData name="Eric Dobbs" userId="c3e04ad9674fc5b2" providerId="LiveId" clId="{44D212E8-3274-465A-869D-9E6009D3334A}" dt="2026-04-02T13:42:51.148" v="2590" actId="47"/>
        <pc:sldMkLst>
          <pc:docMk/>
          <pc:sldMk cId="54513841" sldId="364"/>
        </pc:sldMkLst>
      </pc:sldChg>
      <pc:sldChg chg="del">
        <pc:chgData name="Eric Dobbs" userId="c3e04ad9674fc5b2" providerId="LiveId" clId="{44D212E8-3274-465A-869D-9E6009D3334A}" dt="2026-04-02T13:42:50.579" v="2589" actId="47"/>
        <pc:sldMkLst>
          <pc:docMk/>
          <pc:sldMk cId="4239233289" sldId="365"/>
        </pc:sldMkLst>
      </pc:sldChg>
      <pc:sldChg chg="del">
        <pc:chgData name="Eric Dobbs" userId="c3e04ad9674fc5b2" providerId="LiveId" clId="{44D212E8-3274-465A-869D-9E6009D3334A}" dt="2026-04-02T13:42:51.717" v="2591" actId="47"/>
        <pc:sldMkLst>
          <pc:docMk/>
          <pc:sldMk cId="3071555411" sldId="366"/>
        </pc:sldMkLst>
      </pc:sldChg>
      <pc:sldChg chg="del">
        <pc:chgData name="Eric Dobbs" userId="c3e04ad9674fc5b2" providerId="LiveId" clId="{44D212E8-3274-465A-869D-9E6009D3334A}" dt="2026-04-02T13:42:52.268" v="2592" actId="47"/>
        <pc:sldMkLst>
          <pc:docMk/>
          <pc:sldMk cId="3451408444" sldId="367"/>
        </pc:sldMkLst>
      </pc:sldChg>
      <pc:sldChg chg="modSp add mod">
        <pc:chgData name="Eric Dobbs" userId="c3e04ad9674fc5b2" providerId="LiveId" clId="{44D212E8-3274-465A-869D-9E6009D3334A}" dt="2026-04-02T02:58:06.555" v="51" actId="20577"/>
        <pc:sldMkLst>
          <pc:docMk/>
          <pc:sldMk cId="1817879539" sldId="368"/>
        </pc:sldMkLst>
        <pc:spChg chg="mod">
          <ac:chgData name="Eric Dobbs" userId="c3e04ad9674fc5b2" providerId="LiveId" clId="{44D212E8-3274-465A-869D-9E6009D3334A}" dt="2026-04-02T02:57:46.847" v="44"/>
          <ac:spMkLst>
            <pc:docMk/>
            <pc:sldMk cId="1817879539" sldId="368"/>
            <ac:spMk id="5" creationId="{EB19FA3A-FE13-78A4-B8D5-7B5F9A46C8F5}"/>
          </ac:spMkLst>
        </pc:spChg>
        <pc:spChg chg="mod">
          <ac:chgData name="Eric Dobbs" userId="c3e04ad9674fc5b2" providerId="LiveId" clId="{44D212E8-3274-465A-869D-9E6009D3334A}" dt="2026-04-02T02:58:06.555" v="51" actId="20577"/>
          <ac:spMkLst>
            <pc:docMk/>
            <pc:sldMk cId="1817879539" sldId="368"/>
            <ac:spMk id="9219" creationId="{F78E66BB-6105-8032-65E9-F9C4E620ED7D}"/>
          </ac:spMkLst>
        </pc:spChg>
      </pc:sldChg>
      <pc:sldChg chg="addSp delSp modSp add mod">
        <pc:chgData name="Eric Dobbs" userId="c3e04ad9674fc5b2" providerId="LiveId" clId="{44D212E8-3274-465A-869D-9E6009D3334A}" dt="2026-04-02T03:27:56.465" v="542" actId="6549"/>
        <pc:sldMkLst>
          <pc:docMk/>
          <pc:sldMk cId="4180257869" sldId="369"/>
        </pc:sldMkLst>
        <pc:spChg chg="add">
          <ac:chgData name="Eric Dobbs" userId="c3e04ad9674fc5b2" providerId="LiveId" clId="{44D212E8-3274-465A-869D-9E6009D3334A}" dt="2026-04-02T03:22:43.561" v="400" actId="11529"/>
          <ac:spMkLst>
            <pc:docMk/>
            <pc:sldMk cId="4180257869" sldId="369"/>
            <ac:spMk id="3" creationId="{131C42A1-59B5-D55F-B3ED-E714FEC6FA53}"/>
          </ac:spMkLst>
        </pc:spChg>
        <pc:spChg chg="add mod">
          <ac:chgData name="Eric Dobbs" userId="c3e04ad9674fc5b2" providerId="LiveId" clId="{44D212E8-3274-465A-869D-9E6009D3334A}" dt="2026-04-02T03:26:15.629" v="495" actId="1037"/>
          <ac:spMkLst>
            <pc:docMk/>
            <pc:sldMk cId="4180257869" sldId="369"/>
            <ac:spMk id="7" creationId="{B8121799-A5E2-0CD0-BE6E-FF75860D1042}"/>
          </ac:spMkLst>
        </pc:spChg>
        <pc:spChg chg="add mod">
          <ac:chgData name="Eric Dobbs" userId="c3e04ad9674fc5b2" providerId="LiveId" clId="{44D212E8-3274-465A-869D-9E6009D3334A}" dt="2026-04-02T03:27:56.465" v="542" actId="6549"/>
          <ac:spMkLst>
            <pc:docMk/>
            <pc:sldMk cId="4180257869" sldId="369"/>
            <ac:spMk id="8" creationId="{863F49CC-789D-9618-65F8-117D7326C0D9}"/>
          </ac:spMkLst>
        </pc:spChg>
        <pc:spChg chg="del">
          <ac:chgData name="Eric Dobbs" userId="c3e04ad9674fc5b2" providerId="LiveId" clId="{44D212E8-3274-465A-869D-9E6009D3334A}" dt="2026-04-02T03:22:27.867" v="399" actId="478"/>
          <ac:spMkLst>
            <pc:docMk/>
            <pc:sldMk cId="4180257869" sldId="369"/>
            <ac:spMk id="26" creationId="{DC4FCC6D-B3E7-6F41-DE52-90B74218DE50}"/>
          </ac:spMkLst>
        </pc:spChg>
        <pc:cxnChg chg="add mod">
          <ac:chgData name="Eric Dobbs" userId="c3e04ad9674fc5b2" providerId="LiveId" clId="{44D212E8-3274-465A-869D-9E6009D3334A}" dt="2026-04-02T03:24:06.788" v="407" actId="1076"/>
          <ac:cxnSpMkLst>
            <pc:docMk/>
            <pc:sldMk cId="4180257869" sldId="369"/>
            <ac:cxnSpMk id="5" creationId="{3892A7C3-2568-3983-CCCC-69BEF0525E9C}"/>
          </ac:cxnSpMkLst>
        </pc:cxnChg>
      </pc:sldChg>
      <pc:sldChg chg="addSp delSp modSp add mod">
        <pc:chgData name="Eric Dobbs" userId="c3e04ad9674fc5b2" providerId="LiveId" clId="{44D212E8-3274-465A-869D-9E6009D3334A}" dt="2026-04-02T03:29:44.918" v="551" actId="1076"/>
        <pc:sldMkLst>
          <pc:docMk/>
          <pc:sldMk cId="821374651" sldId="370"/>
        </pc:sldMkLst>
        <pc:spChg chg="del">
          <ac:chgData name="Eric Dobbs" userId="c3e04ad9674fc5b2" providerId="LiveId" clId="{44D212E8-3274-465A-869D-9E6009D3334A}" dt="2026-04-02T03:28:56.180" v="544" actId="478"/>
          <ac:spMkLst>
            <pc:docMk/>
            <pc:sldMk cId="821374651" sldId="370"/>
            <ac:spMk id="3" creationId="{AD56B246-A2A9-0F43-A79C-262A09C24E37}"/>
          </ac:spMkLst>
        </pc:spChg>
        <pc:spChg chg="del mod">
          <ac:chgData name="Eric Dobbs" userId="c3e04ad9674fc5b2" providerId="LiveId" clId="{44D212E8-3274-465A-869D-9E6009D3334A}" dt="2026-04-02T03:28:58.988" v="546" actId="478"/>
          <ac:spMkLst>
            <pc:docMk/>
            <pc:sldMk cId="821374651" sldId="370"/>
            <ac:spMk id="7" creationId="{DD0BB9B5-5B7F-911E-DAF0-3C12E7A33582}"/>
          </ac:spMkLst>
        </pc:spChg>
        <pc:spChg chg="del">
          <ac:chgData name="Eric Dobbs" userId="c3e04ad9674fc5b2" providerId="LiveId" clId="{44D212E8-3274-465A-869D-9E6009D3334A}" dt="2026-04-02T03:29:00.589" v="547" actId="478"/>
          <ac:spMkLst>
            <pc:docMk/>
            <pc:sldMk cId="821374651" sldId="370"/>
            <ac:spMk id="8" creationId="{BFD29024-A7F2-855D-C63C-4A195825791F}"/>
          </ac:spMkLst>
        </pc:spChg>
        <pc:picChg chg="add mod">
          <ac:chgData name="Eric Dobbs" userId="c3e04ad9674fc5b2" providerId="LiveId" clId="{44D212E8-3274-465A-869D-9E6009D3334A}" dt="2026-04-02T03:29:44.918" v="551" actId="1076"/>
          <ac:picMkLst>
            <pc:docMk/>
            <pc:sldMk cId="821374651" sldId="370"/>
            <ac:picMk id="6" creationId="{0D541B1D-BA69-B245-F22C-1D96D70A1759}"/>
          </ac:picMkLst>
        </pc:picChg>
        <pc:cxnChg chg="del">
          <ac:chgData name="Eric Dobbs" userId="c3e04ad9674fc5b2" providerId="LiveId" clId="{44D212E8-3274-465A-869D-9E6009D3334A}" dt="2026-04-02T03:29:01.857" v="548" actId="478"/>
          <ac:cxnSpMkLst>
            <pc:docMk/>
            <pc:sldMk cId="821374651" sldId="370"/>
            <ac:cxnSpMk id="5" creationId="{8BB35025-8284-1FC8-0419-E15457FD64A7}"/>
          </ac:cxnSpMkLst>
        </pc:cxnChg>
      </pc:sldChg>
      <pc:sldChg chg="addSp delSp modSp add mod">
        <pc:chgData name="Eric Dobbs" userId="c3e04ad9674fc5b2" providerId="LiveId" clId="{44D212E8-3274-465A-869D-9E6009D3334A}" dt="2026-04-02T03:32:05.132" v="571" actId="1076"/>
        <pc:sldMkLst>
          <pc:docMk/>
          <pc:sldMk cId="2734863756" sldId="371"/>
        </pc:sldMkLst>
        <pc:spChg chg="add mod">
          <ac:chgData name="Eric Dobbs" userId="c3e04ad9674fc5b2" providerId="LiveId" clId="{44D212E8-3274-465A-869D-9E6009D3334A}" dt="2026-04-02T03:32:05.132" v="571" actId="1076"/>
          <ac:spMkLst>
            <pc:docMk/>
            <pc:sldMk cId="2734863756" sldId="371"/>
            <ac:spMk id="5" creationId="{781B3BD4-19C0-9D83-760E-3EF0CE51A0CC}"/>
          </ac:spMkLst>
        </pc:spChg>
        <pc:picChg chg="add mod">
          <ac:chgData name="Eric Dobbs" userId="c3e04ad9674fc5b2" providerId="LiveId" clId="{44D212E8-3274-465A-869D-9E6009D3334A}" dt="2026-04-02T03:30:33.415" v="558" actId="1076"/>
          <ac:picMkLst>
            <pc:docMk/>
            <pc:sldMk cId="2734863756" sldId="371"/>
            <ac:picMk id="4" creationId="{EB9E1996-660A-E459-39E3-9A0464658D36}"/>
          </ac:picMkLst>
        </pc:picChg>
        <pc:picChg chg="del">
          <ac:chgData name="Eric Dobbs" userId="c3e04ad9674fc5b2" providerId="LiveId" clId="{44D212E8-3274-465A-869D-9E6009D3334A}" dt="2026-04-02T03:29:54.163" v="553" actId="478"/>
          <ac:picMkLst>
            <pc:docMk/>
            <pc:sldMk cId="2734863756" sldId="371"/>
            <ac:picMk id="6" creationId="{838E0606-F1A6-B48B-C738-F2AA46F66479}"/>
          </ac:picMkLst>
        </pc:picChg>
      </pc:sldChg>
      <pc:sldChg chg="addSp delSp modSp add mod">
        <pc:chgData name="Eric Dobbs" userId="c3e04ad9674fc5b2" providerId="LiveId" clId="{44D212E8-3274-465A-869D-9E6009D3334A}" dt="2026-04-02T11:17:10.459" v="1134" actId="207"/>
        <pc:sldMkLst>
          <pc:docMk/>
          <pc:sldMk cId="3927877983" sldId="372"/>
        </pc:sldMkLst>
        <pc:spChg chg="mod">
          <ac:chgData name="Eric Dobbs" userId="c3e04ad9674fc5b2" providerId="LiveId" clId="{44D212E8-3274-465A-869D-9E6009D3334A}" dt="2026-04-02T11:17:10.459" v="1134" actId="207"/>
          <ac:spMkLst>
            <pc:docMk/>
            <pc:sldMk cId="3927877983" sldId="372"/>
            <ac:spMk id="2" creationId="{4FDB0B0D-5C88-7496-E02C-AED00DD0D07C}"/>
          </ac:spMkLst>
        </pc:spChg>
        <pc:spChg chg="add mod">
          <ac:chgData name="Eric Dobbs" userId="c3e04ad9674fc5b2" providerId="LiveId" clId="{44D212E8-3274-465A-869D-9E6009D3334A}" dt="2026-04-02T11:16:48.220" v="1132" actId="14100"/>
          <ac:spMkLst>
            <pc:docMk/>
            <pc:sldMk cId="3927877983" sldId="372"/>
            <ac:spMk id="4" creationId="{B4751A37-B6D8-AC27-2B33-CAC197653C7A}"/>
          </ac:spMkLst>
        </pc:spChg>
        <pc:spChg chg="mod">
          <ac:chgData name="Eric Dobbs" userId="c3e04ad9674fc5b2" providerId="LiveId" clId="{44D212E8-3274-465A-869D-9E6009D3334A}" dt="2026-04-02T11:10:43.416" v="1111" actId="207"/>
          <ac:spMkLst>
            <pc:docMk/>
            <pc:sldMk cId="3927877983" sldId="372"/>
            <ac:spMk id="6" creationId="{DC3F167C-CF96-925D-237B-A175C4B0F57F}"/>
          </ac:spMkLst>
        </pc:spChg>
        <pc:spChg chg="del mod">
          <ac:chgData name="Eric Dobbs" userId="c3e04ad9674fc5b2" providerId="LiveId" clId="{44D212E8-3274-465A-869D-9E6009D3334A}" dt="2026-04-02T11:12:50.397" v="1118" actId="21"/>
          <ac:spMkLst>
            <pc:docMk/>
            <pc:sldMk cId="3927877983" sldId="372"/>
            <ac:spMk id="7" creationId="{1FAED8A0-A75B-F927-8EAA-0EF565C4088E}"/>
          </ac:spMkLst>
        </pc:spChg>
        <pc:spChg chg="del mod">
          <ac:chgData name="Eric Dobbs" userId="c3e04ad9674fc5b2" providerId="LiveId" clId="{44D212E8-3274-465A-869D-9E6009D3334A}" dt="2026-04-02T11:14:06.325" v="1124" actId="21"/>
          <ac:spMkLst>
            <pc:docMk/>
            <pc:sldMk cId="3927877983" sldId="372"/>
            <ac:spMk id="8" creationId="{ED336CC8-04D9-6D51-ACF0-FE1D4B1835DB}"/>
          </ac:spMkLst>
        </pc:spChg>
        <pc:spChg chg="del mod">
          <ac:chgData name="Eric Dobbs" userId="c3e04ad9674fc5b2" providerId="LiveId" clId="{44D212E8-3274-465A-869D-9E6009D3334A}" dt="2026-04-02T11:12:50.397" v="1118" actId="21"/>
          <ac:spMkLst>
            <pc:docMk/>
            <pc:sldMk cId="3927877983" sldId="372"/>
            <ac:spMk id="9" creationId="{D0686D29-7FD7-05D7-B877-59AFC734C65D}"/>
          </ac:spMkLst>
        </pc:spChg>
        <pc:spChg chg="del">
          <ac:chgData name="Eric Dobbs" userId="c3e04ad9674fc5b2" providerId="LiveId" clId="{44D212E8-3274-465A-869D-9E6009D3334A}" dt="2026-04-02T11:12:50.397" v="1118" actId="21"/>
          <ac:spMkLst>
            <pc:docMk/>
            <pc:sldMk cId="3927877983" sldId="372"/>
            <ac:spMk id="10" creationId="{3ED171D8-C180-7862-6120-188814833F62}"/>
          </ac:spMkLst>
        </pc:spChg>
      </pc:sldChg>
      <pc:sldChg chg="addSp delSp modSp add del mod">
        <pc:chgData name="Eric Dobbs" userId="c3e04ad9674fc5b2" providerId="LiveId" clId="{44D212E8-3274-465A-869D-9E6009D3334A}" dt="2026-04-02T11:33:11.080" v="1450" actId="47"/>
        <pc:sldMkLst>
          <pc:docMk/>
          <pc:sldMk cId="583838699" sldId="373"/>
        </pc:sldMkLst>
        <pc:spChg chg="mod">
          <ac:chgData name="Eric Dobbs" userId="c3e04ad9674fc5b2" providerId="LiveId" clId="{44D212E8-3274-465A-869D-9E6009D3334A}" dt="2026-04-02T11:14:39.433" v="1128" actId="207"/>
          <ac:spMkLst>
            <pc:docMk/>
            <pc:sldMk cId="583838699" sldId="373"/>
            <ac:spMk id="2" creationId="{B6E53D38-82AA-5B5D-7E39-408C4164CADB}"/>
          </ac:spMkLst>
        </pc:spChg>
        <pc:spChg chg="add del mod">
          <ac:chgData name="Eric Dobbs" userId="c3e04ad9674fc5b2" providerId="LiveId" clId="{44D212E8-3274-465A-869D-9E6009D3334A}" dt="2026-04-02T11:32:08.871" v="1443" actId="21"/>
          <ac:spMkLst>
            <pc:docMk/>
            <pc:sldMk cId="583838699" sldId="373"/>
            <ac:spMk id="3" creationId="{ED336CC8-04D9-6D51-ACF0-FE1D4B1835DB}"/>
          </ac:spMkLst>
        </pc:spChg>
        <pc:spChg chg="del">
          <ac:chgData name="Eric Dobbs" userId="c3e04ad9674fc5b2" providerId="LiveId" clId="{44D212E8-3274-465A-869D-9E6009D3334A}" dt="2026-04-02T11:13:31.444" v="1120" actId="478"/>
          <ac:spMkLst>
            <pc:docMk/>
            <pc:sldMk cId="583838699" sldId="373"/>
            <ac:spMk id="4" creationId="{D83B8F49-6B49-D5BB-3E1F-719CAC0A2EA1}"/>
          </ac:spMkLst>
        </pc:spChg>
        <pc:spChg chg="add del mod">
          <ac:chgData name="Eric Dobbs" userId="c3e04ad9674fc5b2" providerId="LiveId" clId="{44D212E8-3274-465A-869D-9E6009D3334A}" dt="2026-04-02T11:32:08.871" v="1443" actId="21"/>
          <ac:spMkLst>
            <pc:docMk/>
            <pc:sldMk cId="583838699" sldId="373"/>
            <ac:spMk id="5" creationId="{44BE0F75-C84B-7395-DBD3-009C69113595}"/>
          </ac:spMkLst>
        </pc:spChg>
        <pc:spChg chg="mod">
          <ac:chgData name="Eric Dobbs" userId="c3e04ad9674fc5b2" providerId="LiveId" clId="{44D212E8-3274-465A-869D-9E6009D3334A}" dt="2026-04-02T11:32:43.753" v="1446" actId="21"/>
          <ac:spMkLst>
            <pc:docMk/>
            <pc:sldMk cId="583838699" sldId="373"/>
            <ac:spMk id="6" creationId="{6E1C5A45-69A3-AD1F-C8D8-77EB693AFCFD}"/>
          </ac:spMkLst>
        </pc:spChg>
        <pc:spChg chg="add del mod">
          <ac:chgData name="Eric Dobbs" userId="c3e04ad9674fc5b2" providerId="LiveId" clId="{44D212E8-3274-465A-869D-9E6009D3334A}" dt="2026-04-02T11:32:08.871" v="1443" actId="21"/>
          <ac:spMkLst>
            <pc:docMk/>
            <pc:sldMk cId="583838699" sldId="373"/>
            <ac:spMk id="8" creationId="{742039D2-F4C6-0596-E643-14419A36A2CC}"/>
          </ac:spMkLst>
        </pc:spChg>
      </pc:sldChg>
      <pc:sldChg chg="addSp delSp modSp add mod">
        <pc:chgData name="Eric Dobbs" userId="c3e04ad9674fc5b2" providerId="LiveId" clId="{44D212E8-3274-465A-869D-9E6009D3334A}" dt="2026-04-02T11:33:01.142" v="1449" actId="1076"/>
        <pc:sldMkLst>
          <pc:docMk/>
          <pc:sldMk cId="274146326" sldId="374"/>
        </pc:sldMkLst>
        <pc:spChg chg="del">
          <ac:chgData name="Eric Dobbs" userId="c3e04ad9674fc5b2" providerId="LiveId" clId="{44D212E8-3274-465A-869D-9E6009D3334A}" dt="2026-04-02T11:21:45.769" v="1203" actId="478"/>
          <ac:spMkLst>
            <pc:docMk/>
            <pc:sldMk cId="274146326" sldId="374"/>
            <ac:spMk id="4" creationId="{4F10E6B5-8779-69BB-E515-1B2A69BAFC11}"/>
          </ac:spMkLst>
        </pc:spChg>
        <pc:spChg chg="add del mod">
          <ac:chgData name="Eric Dobbs" userId="c3e04ad9674fc5b2" providerId="LiveId" clId="{44D212E8-3274-465A-869D-9E6009D3334A}" dt="2026-04-02T11:21:43.659" v="1202" actId="478"/>
          <ac:spMkLst>
            <pc:docMk/>
            <pc:sldMk cId="274146326" sldId="374"/>
            <ac:spMk id="5" creationId="{BAD5CF5F-EC64-ADE3-6C5B-49C3812EE8B9}"/>
          </ac:spMkLst>
        </pc:spChg>
        <pc:spChg chg="del">
          <ac:chgData name="Eric Dobbs" userId="c3e04ad9674fc5b2" providerId="LiveId" clId="{44D212E8-3274-465A-869D-9E6009D3334A}" dt="2026-04-02T11:21:40.817" v="1201" actId="478"/>
          <ac:spMkLst>
            <pc:docMk/>
            <pc:sldMk cId="274146326" sldId="374"/>
            <ac:spMk id="6" creationId="{A8EB53AB-C645-DC59-A233-4C9BF33FE885}"/>
          </ac:spMkLst>
        </pc:spChg>
        <pc:spChg chg="add mod">
          <ac:chgData name="Eric Dobbs" userId="c3e04ad9674fc5b2" providerId="LiveId" clId="{44D212E8-3274-465A-869D-9E6009D3334A}" dt="2026-04-02T11:22:22.008" v="1205" actId="1076"/>
          <ac:spMkLst>
            <pc:docMk/>
            <pc:sldMk cId="274146326" sldId="374"/>
            <ac:spMk id="8" creationId="{94EA2FF0-F74B-D59E-9679-A5331F0FF0D4}"/>
          </ac:spMkLst>
        </pc:spChg>
        <pc:spChg chg="add mod">
          <ac:chgData name="Eric Dobbs" userId="c3e04ad9674fc5b2" providerId="LiveId" clId="{44D212E8-3274-465A-869D-9E6009D3334A}" dt="2026-04-02T11:24:22.438" v="1214" actId="6549"/>
          <ac:spMkLst>
            <pc:docMk/>
            <pc:sldMk cId="274146326" sldId="374"/>
            <ac:spMk id="10" creationId="{C9757CB9-2B08-8794-749F-90D67F5FB05A}"/>
          </ac:spMkLst>
        </pc:spChg>
        <pc:spChg chg="add mod">
          <ac:chgData name="Eric Dobbs" userId="c3e04ad9674fc5b2" providerId="LiveId" clId="{44D212E8-3274-465A-869D-9E6009D3334A}" dt="2026-04-02T11:33:01.142" v="1449" actId="1076"/>
          <ac:spMkLst>
            <pc:docMk/>
            <pc:sldMk cId="274146326" sldId="374"/>
            <ac:spMk id="11" creationId="{01DE307B-3D02-196A-B2CC-194A09D628AD}"/>
          </ac:spMkLst>
        </pc:spChg>
        <pc:spChg chg="add mod">
          <ac:chgData name="Eric Dobbs" userId="c3e04ad9674fc5b2" providerId="LiveId" clId="{44D212E8-3274-465A-869D-9E6009D3334A}" dt="2026-04-02T11:32:54.312" v="1448" actId="1076"/>
          <ac:spMkLst>
            <pc:docMk/>
            <pc:sldMk cId="274146326" sldId="374"/>
            <ac:spMk id="13" creationId="{08647DBF-4999-C390-5374-6465745F3DE5}"/>
          </ac:spMkLst>
        </pc:spChg>
      </pc:sldChg>
      <pc:sldChg chg="addSp modSp add mod">
        <pc:chgData name="Eric Dobbs" userId="c3e04ad9674fc5b2" providerId="LiveId" clId="{44D212E8-3274-465A-869D-9E6009D3334A}" dt="2026-04-02T11:42:57.630" v="1604" actId="1076"/>
        <pc:sldMkLst>
          <pc:docMk/>
          <pc:sldMk cId="524173099" sldId="375"/>
        </pc:sldMkLst>
        <pc:spChg chg="add mod">
          <ac:chgData name="Eric Dobbs" userId="c3e04ad9674fc5b2" providerId="LiveId" clId="{44D212E8-3274-465A-869D-9E6009D3334A}" dt="2026-04-02T11:41:22.397" v="1577"/>
          <ac:spMkLst>
            <pc:docMk/>
            <pc:sldMk cId="524173099" sldId="375"/>
            <ac:spMk id="5" creationId="{D8A1ECED-25EA-CC5A-D483-E9AA0C5B98DA}"/>
          </ac:spMkLst>
        </pc:spChg>
        <pc:spChg chg="add mod">
          <ac:chgData name="Eric Dobbs" userId="c3e04ad9674fc5b2" providerId="LiveId" clId="{44D212E8-3274-465A-869D-9E6009D3334A}" dt="2026-04-02T11:41:31.480" v="1579" actId="1076"/>
          <ac:spMkLst>
            <pc:docMk/>
            <pc:sldMk cId="524173099" sldId="375"/>
            <ac:spMk id="11" creationId="{22DBE4B7-48EE-5F43-24A2-34EEA7500EEB}"/>
          </ac:spMkLst>
        </pc:spChg>
        <pc:spChg chg="add mod">
          <ac:chgData name="Eric Dobbs" userId="c3e04ad9674fc5b2" providerId="LiveId" clId="{44D212E8-3274-465A-869D-9E6009D3334A}" dt="2026-04-02T11:42:14.285" v="1600"/>
          <ac:spMkLst>
            <pc:docMk/>
            <pc:sldMk cId="524173099" sldId="375"/>
            <ac:spMk id="12" creationId="{B85290D7-9558-9977-08B1-043600EA30A8}"/>
          </ac:spMkLst>
        </pc:spChg>
        <pc:spChg chg="add mod">
          <ac:chgData name="Eric Dobbs" userId="c3e04ad9674fc5b2" providerId="LiveId" clId="{44D212E8-3274-465A-869D-9E6009D3334A}" dt="2026-04-02T11:42:42.566" v="1602" actId="1076"/>
          <ac:spMkLst>
            <pc:docMk/>
            <pc:sldMk cId="524173099" sldId="375"/>
            <ac:spMk id="13" creationId="{7AE5098D-7B84-EF18-8AA2-C5CA724988B1}"/>
          </ac:spMkLst>
        </pc:spChg>
        <pc:spChg chg="add mod">
          <ac:chgData name="Eric Dobbs" userId="c3e04ad9674fc5b2" providerId="LiveId" clId="{44D212E8-3274-465A-869D-9E6009D3334A}" dt="2026-04-02T11:42:57.630" v="1604" actId="1076"/>
          <ac:spMkLst>
            <pc:docMk/>
            <pc:sldMk cId="524173099" sldId="375"/>
            <ac:spMk id="14" creationId="{CC2284D2-8A91-EBD6-B979-C39ED2136472}"/>
          </ac:spMkLst>
        </pc:spChg>
      </pc:sldChg>
      <pc:sldChg chg="addSp delSp modSp add mod">
        <pc:chgData name="Eric Dobbs" userId="c3e04ad9674fc5b2" providerId="LiveId" clId="{44D212E8-3274-465A-869D-9E6009D3334A}" dt="2026-04-02T12:30:44.648" v="1763" actId="20577"/>
        <pc:sldMkLst>
          <pc:docMk/>
          <pc:sldMk cId="1845561110" sldId="376"/>
        </pc:sldMkLst>
        <pc:spChg chg="mod">
          <ac:chgData name="Eric Dobbs" userId="c3e04ad9674fc5b2" providerId="LiveId" clId="{44D212E8-3274-465A-869D-9E6009D3334A}" dt="2026-04-02T12:30:23.761" v="1750" actId="207"/>
          <ac:spMkLst>
            <pc:docMk/>
            <pc:sldMk cId="1845561110" sldId="376"/>
            <ac:spMk id="3" creationId="{4EED83B8-8DB3-74A4-8D07-06197F7C6893}"/>
          </ac:spMkLst>
        </pc:spChg>
        <pc:spChg chg="del">
          <ac:chgData name="Eric Dobbs" userId="c3e04ad9674fc5b2" providerId="LiveId" clId="{44D212E8-3274-465A-869D-9E6009D3334A}" dt="2026-04-02T11:44:29.706" v="1608" actId="478"/>
          <ac:spMkLst>
            <pc:docMk/>
            <pc:sldMk cId="1845561110" sldId="376"/>
            <ac:spMk id="4" creationId="{933D70B3-BF90-C3F5-6A22-2DFE8F7EFF4E}"/>
          </ac:spMkLst>
        </pc:spChg>
        <pc:spChg chg="del">
          <ac:chgData name="Eric Dobbs" userId="c3e04ad9674fc5b2" providerId="LiveId" clId="{44D212E8-3274-465A-869D-9E6009D3334A}" dt="2026-04-02T11:44:50.363" v="1620" actId="478"/>
          <ac:spMkLst>
            <pc:docMk/>
            <pc:sldMk cId="1845561110" sldId="376"/>
            <ac:spMk id="5" creationId="{13466E92-9243-72F0-60FC-AC7EE3CA6BFC}"/>
          </ac:spMkLst>
        </pc:spChg>
        <pc:spChg chg="del mod">
          <ac:chgData name="Eric Dobbs" userId="c3e04ad9674fc5b2" providerId="LiveId" clId="{44D212E8-3274-465A-869D-9E6009D3334A}" dt="2026-04-02T11:44:27.214" v="1607" actId="478"/>
          <ac:spMkLst>
            <pc:docMk/>
            <pc:sldMk cId="1845561110" sldId="376"/>
            <ac:spMk id="6" creationId="{5B28584F-F087-6FD7-EF91-5203C2BF81FA}"/>
          </ac:spMkLst>
        </pc:spChg>
        <pc:spChg chg="del">
          <ac:chgData name="Eric Dobbs" userId="c3e04ad9674fc5b2" providerId="LiveId" clId="{44D212E8-3274-465A-869D-9E6009D3334A}" dt="2026-04-02T11:44:32.443" v="1609" actId="478"/>
          <ac:spMkLst>
            <pc:docMk/>
            <pc:sldMk cId="1845561110" sldId="376"/>
            <ac:spMk id="7" creationId="{973C1FDB-B8AA-2CC9-2E76-C5434C60EAD9}"/>
          </ac:spMkLst>
        </pc:spChg>
        <pc:spChg chg="del">
          <ac:chgData name="Eric Dobbs" userId="c3e04ad9674fc5b2" providerId="LiveId" clId="{44D212E8-3274-465A-869D-9E6009D3334A}" dt="2026-04-02T11:44:34.705" v="1610" actId="478"/>
          <ac:spMkLst>
            <pc:docMk/>
            <pc:sldMk cId="1845561110" sldId="376"/>
            <ac:spMk id="8" creationId="{09B12B57-056F-E1A6-0A40-5E5479AFE0E9}"/>
          </ac:spMkLst>
        </pc:spChg>
        <pc:spChg chg="del">
          <ac:chgData name="Eric Dobbs" userId="c3e04ad9674fc5b2" providerId="LiveId" clId="{44D212E8-3274-465A-869D-9E6009D3334A}" dt="2026-04-02T11:44:37.091" v="1611" actId="478"/>
          <ac:spMkLst>
            <pc:docMk/>
            <pc:sldMk cId="1845561110" sldId="376"/>
            <ac:spMk id="9" creationId="{A876B348-5A1A-921C-1FA3-96E6D14DD677}"/>
          </ac:spMkLst>
        </pc:spChg>
        <pc:spChg chg="del">
          <ac:chgData name="Eric Dobbs" userId="c3e04ad9674fc5b2" providerId="LiveId" clId="{44D212E8-3274-465A-869D-9E6009D3334A}" dt="2026-04-02T11:44:38.826" v="1612" actId="478"/>
          <ac:spMkLst>
            <pc:docMk/>
            <pc:sldMk cId="1845561110" sldId="376"/>
            <ac:spMk id="10" creationId="{EBEF2D8C-3E46-E1CD-02B0-8A6D0C1BA270}"/>
          </ac:spMkLst>
        </pc:spChg>
        <pc:spChg chg="del mod">
          <ac:chgData name="Eric Dobbs" userId="c3e04ad9674fc5b2" providerId="LiveId" clId="{44D212E8-3274-465A-869D-9E6009D3334A}" dt="2026-04-02T11:44:48.150" v="1619" actId="478"/>
          <ac:spMkLst>
            <pc:docMk/>
            <pc:sldMk cId="1845561110" sldId="376"/>
            <ac:spMk id="11" creationId="{6F29170A-1A2A-154B-0385-D95BDC86257D}"/>
          </ac:spMkLst>
        </pc:spChg>
        <pc:spChg chg="del">
          <ac:chgData name="Eric Dobbs" userId="c3e04ad9674fc5b2" providerId="LiveId" clId="{44D212E8-3274-465A-869D-9E6009D3334A}" dt="2026-04-02T11:44:40.338" v="1613" actId="478"/>
          <ac:spMkLst>
            <pc:docMk/>
            <pc:sldMk cId="1845561110" sldId="376"/>
            <ac:spMk id="12" creationId="{089DD106-5880-BE06-CFF6-776FF0470E8F}"/>
          </ac:spMkLst>
        </pc:spChg>
        <pc:spChg chg="del">
          <ac:chgData name="Eric Dobbs" userId="c3e04ad9674fc5b2" providerId="LiveId" clId="{44D212E8-3274-465A-869D-9E6009D3334A}" dt="2026-04-02T11:44:41.675" v="1614" actId="478"/>
          <ac:spMkLst>
            <pc:docMk/>
            <pc:sldMk cId="1845561110" sldId="376"/>
            <ac:spMk id="13" creationId="{1E3B65F9-79FA-0986-B251-5532E7EFD108}"/>
          </ac:spMkLst>
        </pc:spChg>
        <pc:spChg chg="del mod">
          <ac:chgData name="Eric Dobbs" userId="c3e04ad9674fc5b2" providerId="LiveId" clId="{44D212E8-3274-465A-869D-9E6009D3334A}" dt="2026-04-02T11:44:43.919" v="1616" actId="478"/>
          <ac:spMkLst>
            <pc:docMk/>
            <pc:sldMk cId="1845561110" sldId="376"/>
            <ac:spMk id="14" creationId="{BA4799C6-655D-35F1-AD5E-C5A1FCBFF247}"/>
          </ac:spMkLst>
        </pc:spChg>
        <pc:spChg chg="add mod">
          <ac:chgData name="Eric Dobbs" userId="c3e04ad9674fc5b2" providerId="LiveId" clId="{44D212E8-3274-465A-869D-9E6009D3334A}" dt="2026-04-02T12:30:44.648" v="1763" actId="20577"/>
          <ac:spMkLst>
            <pc:docMk/>
            <pc:sldMk cId="1845561110" sldId="376"/>
            <ac:spMk id="15" creationId="{65B83914-5B81-F68F-0912-17F6C8B6D032}"/>
          </ac:spMkLst>
        </pc:spChg>
      </pc:sldChg>
      <pc:sldChg chg="addSp delSp modSp add mod modAnim">
        <pc:chgData name="Eric Dobbs" userId="c3e04ad9674fc5b2" providerId="LiveId" clId="{44D212E8-3274-465A-869D-9E6009D3334A}" dt="2026-04-02T12:43:12.893" v="1981" actId="21"/>
        <pc:sldMkLst>
          <pc:docMk/>
          <pc:sldMk cId="3126646411" sldId="377"/>
        </pc:sldMkLst>
        <pc:spChg chg="mod">
          <ac:chgData name="Eric Dobbs" userId="c3e04ad9674fc5b2" providerId="LiveId" clId="{44D212E8-3274-465A-869D-9E6009D3334A}" dt="2026-04-02T12:31:58.532" v="1829" actId="20577"/>
          <ac:spMkLst>
            <pc:docMk/>
            <pc:sldMk cId="3126646411" sldId="377"/>
            <ac:spMk id="2" creationId="{1151EDFE-0018-7317-B25A-618203312A0F}"/>
          </ac:spMkLst>
        </pc:spChg>
        <pc:spChg chg="del mod">
          <ac:chgData name="Eric Dobbs" userId="c3e04ad9674fc5b2" providerId="LiveId" clId="{44D212E8-3274-465A-869D-9E6009D3334A}" dt="2026-04-02T12:32:22.677" v="1831" actId="478"/>
          <ac:spMkLst>
            <pc:docMk/>
            <pc:sldMk cId="3126646411" sldId="377"/>
            <ac:spMk id="3" creationId="{917F0E8F-E251-9D27-7D90-9E2E8CD8D914}"/>
          </ac:spMkLst>
        </pc:spChg>
        <pc:spChg chg="add mod">
          <ac:chgData name="Eric Dobbs" userId="c3e04ad9674fc5b2" providerId="LiveId" clId="{44D212E8-3274-465A-869D-9E6009D3334A}" dt="2026-04-02T12:35:27.539" v="1941"/>
          <ac:spMkLst>
            <pc:docMk/>
            <pc:sldMk cId="3126646411" sldId="377"/>
            <ac:spMk id="5" creationId="{AC34ED09-8C94-3D68-770C-999D04ED72E6}"/>
          </ac:spMkLst>
        </pc:spChg>
        <pc:spChg chg="add del">
          <ac:chgData name="Eric Dobbs" userId="c3e04ad9674fc5b2" providerId="LiveId" clId="{44D212E8-3274-465A-869D-9E6009D3334A}" dt="2026-04-02T12:36:05.288" v="1943" actId="478"/>
          <ac:spMkLst>
            <pc:docMk/>
            <pc:sldMk cId="3126646411" sldId="377"/>
            <ac:spMk id="6" creationId="{558BD89A-EF82-4DC2-1133-3E902E21C216}"/>
          </ac:spMkLst>
        </pc:spChg>
        <pc:spChg chg="add mod">
          <ac:chgData name="Eric Dobbs" userId="c3e04ad9674fc5b2" providerId="LiveId" clId="{44D212E8-3274-465A-869D-9E6009D3334A}" dt="2026-04-02T12:36:53.634" v="1953" actId="1076"/>
          <ac:spMkLst>
            <pc:docMk/>
            <pc:sldMk cId="3126646411" sldId="377"/>
            <ac:spMk id="7" creationId="{AB0A51B0-FAD2-1EDA-E2E2-C65F442AB745}"/>
          </ac:spMkLst>
        </pc:spChg>
        <pc:spChg chg="add mod">
          <ac:chgData name="Eric Dobbs" userId="c3e04ad9674fc5b2" providerId="LiveId" clId="{44D212E8-3274-465A-869D-9E6009D3334A}" dt="2026-04-02T12:36:56.352" v="1954" actId="1076"/>
          <ac:spMkLst>
            <pc:docMk/>
            <pc:sldMk cId="3126646411" sldId="377"/>
            <ac:spMk id="8" creationId="{01A706E4-E0F9-ECD1-5BE8-437B67DA714C}"/>
          </ac:spMkLst>
        </pc:spChg>
        <pc:spChg chg="add mod">
          <ac:chgData name="Eric Dobbs" userId="c3e04ad9674fc5b2" providerId="LiveId" clId="{44D212E8-3274-465A-869D-9E6009D3334A}" dt="2026-04-02T12:38:07.183" v="1962" actId="1076"/>
          <ac:spMkLst>
            <pc:docMk/>
            <pc:sldMk cId="3126646411" sldId="377"/>
            <ac:spMk id="9" creationId="{F8C444BE-049F-6B6F-44B2-42EDCF8B7631}"/>
          </ac:spMkLst>
        </pc:spChg>
        <pc:spChg chg="add mod">
          <ac:chgData name="Eric Dobbs" userId="c3e04ad9674fc5b2" providerId="LiveId" clId="{44D212E8-3274-465A-869D-9E6009D3334A}" dt="2026-04-02T12:38:38.558" v="1966" actId="1076"/>
          <ac:spMkLst>
            <pc:docMk/>
            <pc:sldMk cId="3126646411" sldId="377"/>
            <ac:spMk id="10" creationId="{6DFE4F04-AFF3-67E8-27FB-B76BC3D4C112}"/>
          </ac:spMkLst>
        </pc:spChg>
        <pc:spChg chg="del mod">
          <ac:chgData name="Eric Dobbs" userId="c3e04ad9674fc5b2" providerId="LiveId" clId="{44D212E8-3274-465A-869D-9E6009D3334A}" dt="2026-04-02T12:43:12.893" v="1981" actId="21"/>
          <ac:spMkLst>
            <pc:docMk/>
            <pc:sldMk cId="3126646411" sldId="377"/>
            <ac:spMk id="15" creationId="{86A6C249-735A-65C7-2F74-70491E99970F}"/>
          </ac:spMkLst>
        </pc:spChg>
        <pc:cxnChg chg="add mod">
          <ac:chgData name="Eric Dobbs" userId="c3e04ad9674fc5b2" providerId="LiveId" clId="{44D212E8-3274-465A-869D-9E6009D3334A}" dt="2026-04-02T12:38:16.196" v="1964" actId="14100"/>
          <ac:cxnSpMkLst>
            <pc:docMk/>
            <pc:sldMk cId="3126646411" sldId="377"/>
            <ac:cxnSpMk id="12" creationId="{4A27EEAA-D327-6135-7DD7-181A40F9A8F5}"/>
          </ac:cxnSpMkLst>
        </pc:cxnChg>
        <pc:cxnChg chg="add mod">
          <ac:chgData name="Eric Dobbs" userId="c3e04ad9674fc5b2" providerId="LiveId" clId="{44D212E8-3274-465A-869D-9E6009D3334A}" dt="2026-04-02T12:38:45.246" v="1968" actId="14100"/>
          <ac:cxnSpMkLst>
            <pc:docMk/>
            <pc:sldMk cId="3126646411" sldId="377"/>
            <ac:cxnSpMk id="16" creationId="{EABBCD64-0F6A-7709-0700-16EA1C201191}"/>
          </ac:cxnSpMkLst>
        </pc:cxnChg>
        <pc:cxnChg chg="add">
          <ac:chgData name="Eric Dobbs" userId="c3e04ad9674fc5b2" providerId="LiveId" clId="{44D212E8-3274-465A-869D-9E6009D3334A}" dt="2026-04-02T12:39:33.557" v="1969" actId="11529"/>
          <ac:cxnSpMkLst>
            <pc:docMk/>
            <pc:sldMk cId="3126646411" sldId="377"/>
            <ac:cxnSpMk id="19" creationId="{1B6C2164-B1A4-8EBB-F261-8CACE24BC367}"/>
          </ac:cxnSpMkLst>
        </pc:cxnChg>
      </pc:sldChg>
      <pc:sldChg chg="addSp delSp modSp add mod delAnim">
        <pc:chgData name="Eric Dobbs" userId="c3e04ad9674fc5b2" providerId="LiveId" clId="{44D212E8-3274-465A-869D-9E6009D3334A}" dt="2026-04-02T13:00:04.010" v="2350" actId="20577"/>
        <pc:sldMkLst>
          <pc:docMk/>
          <pc:sldMk cId="3199825796" sldId="378"/>
        </pc:sldMkLst>
        <pc:spChg chg="mod">
          <ac:chgData name="Eric Dobbs" userId="c3e04ad9674fc5b2" providerId="LiveId" clId="{44D212E8-3274-465A-869D-9E6009D3334A}" dt="2026-04-02T13:00:04.010" v="2350" actId="20577"/>
          <ac:spMkLst>
            <pc:docMk/>
            <pc:sldMk cId="3199825796" sldId="378"/>
            <ac:spMk id="2" creationId="{42915BA5-E027-C62E-39FE-01B102532D21}"/>
          </ac:spMkLst>
        </pc:spChg>
        <pc:spChg chg="add del mod">
          <ac:chgData name="Eric Dobbs" userId="c3e04ad9674fc5b2" providerId="LiveId" clId="{44D212E8-3274-465A-869D-9E6009D3334A}" dt="2026-04-02T12:45:00.502" v="2023" actId="478"/>
          <ac:spMkLst>
            <pc:docMk/>
            <pc:sldMk cId="3199825796" sldId="378"/>
            <ac:spMk id="4" creationId="{0B385B36-5928-B3BE-AB9D-F1BD8B586E04}"/>
          </ac:spMkLst>
        </pc:spChg>
        <pc:spChg chg="del">
          <ac:chgData name="Eric Dobbs" userId="c3e04ad9674fc5b2" providerId="LiveId" clId="{44D212E8-3274-465A-869D-9E6009D3334A}" dt="2026-04-02T12:44:55.329" v="2022" actId="478"/>
          <ac:spMkLst>
            <pc:docMk/>
            <pc:sldMk cId="3199825796" sldId="378"/>
            <ac:spMk id="5" creationId="{56820429-1488-66F9-1471-3462DA16DA5F}"/>
          </ac:spMkLst>
        </pc:spChg>
        <pc:spChg chg="add mod">
          <ac:chgData name="Eric Dobbs" userId="c3e04ad9674fc5b2" providerId="LiveId" clId="{44D212E8-3274-465A-869D-9E6009D3334A}" dt="2026-04-02T12:54:54.290" v="2330" actId="255"/>
          <ac:spMkLst>
            <pc:docMk/>
            <pc:sldMk cId="3199825796" sldId="378"/>
            <ac:spMk id="6" creationId="{A3726559-CCBE-6805-C646-47BE7BD8F6A6}"/>
          </ac:spMkLst>
        </pc:spChg>
        <pc:spChg chg="del">
          <ac:chgData name="Eric Dobbs" userId="c3e04ad9674fc5b2" providerId="LiveId" clId="{44D212E8-3274-465A-869D-9E6009D3334A}" dt="2026-04-02T12:45:02.890" v="2024" actId="478"/>
          <ac:spMkLst>
            <pc:docMk/>
            <pc:sldMk cId="3199825796" sldId="378"/>
            <ac:spMk id="7" creationId="{6BEDE09E-2C25-C318-2AC7-C10C85628C99}"/>
          </ac:spMkLst>
        </pc:spChg>
        <pc:spChg chg="del">
          <ac:chgData name="Eric Dobbs" userId="c3e04ad9674fc5b2" providerId="LiveId" clId="{44D212E8-3274-465A-869D-9E6009D3334A}" dt="2026-04-02T12:45:09.907" v="2029" actId="478"/>
          <ac:spMkLst>
            <pc:docMk/>
            <pc:sldMk cId="3199825796" sldId="378"/>
            <ac:spMk id="8" creationId="{691FFE83-A07C-710E-2A2B-75D355B7844E}"/>
          </ac:spMkLst>
        </pc:spChg>
        <pc:spChg chg="del mod">
          <ac:chgData name="Eric Dobbs" userId="c3e04ad9674fc5b2" providerId="LiveId" clId="{44D212E8-3274-465A-869D-9E6009D3334A}" dt="2026-04-02T12:45:08.932" v="2028" actId="478"/>
          <ac:spMkLst>
            <pc:docMk/>
            <pc:sldMk cId="3199825796" sldId="378"/>
            <ac:spMk id="9" creationId="{98817159-DC10-1560-3C9C-20C5738B5BAC}"/>
          </ac:spMkLst>
        </pc:spChg>
        <pc:spChg chg="del mod">
          <ac:chgData name="Eric Dobbs" userId="c3e04ad9674fc5b2" providerId="LiveId" clId="{44D212E8-3274-465A-869D-9E6009D3334A}" dt="2026-04-02T12:45:15.185" v="2032" actId="478"/>
          <ac:spMkLst>
            <pc:docMk/>
            <pc:sldMk cId="3199825796" sldId="378"/>
            <ac:spMk id="10" creationId="{14D1D4EB-D353-5D95-BC5E-4EA87C94617F}"/>
          </ac:spMkLst>
        </pc:spChg>
        <pc:spChg chg="add del mod">
          <ac:chgData name="Eric Dobbs" userId="c3e04ad9674fc5b2" providerId="LiveId" clId="{44D212E8-3274-465A-869D-9E6009D3334A}" dt="2026-04-02T12:51:57.261" v="2176" actId="478"/>
          <ac:spMkLst>
            <pc:docMk/>
            <pc:sldMk cId="3199825796" sldId="378"/>
            <ac:spMk id="13" creationId="{97267FBB-33F3-4DFD-F132-158A3CEAF310}"/>
          </ac:spMkLst>
        </pc:spChg>
        <pc:spChg chg="add mod">
          <ac:chgData name="Eric Dobbs" userId="c3e04ad9674fc5b2" providerId="LiveId" clId="{44D212E8-3274-465A-869D-9E6009D3334A}" dt="2026-04-02T12:59:49.768" v="2349" actId="1076"/>
          <ac:spMkLst>
            <pc:docMk/>
            <pc:sldMk cId="3199825796" sldId="378"/>
            <ac:spMk id="15" creationId="{48FFB546-0800-39E3-7F93-A5310C340835}"/>
          </ac:spMkLst>
        </pc:spChg>
        <pc:graphicFrameChg chg="add mod modGraphic">
          <ac:chgData name="Eric Dobbs" userId="c3e04ad9674fc5b2" providerId="LiveId" clId="{44D212E8-3274-465A-869D-9E6009D3334A}" dt="2026-04-02T12:54:36.496" v="2326" actId="20577"/>
          <ac:graphicFrameMkLst>
            <pc:docMk/>
            <pc:sldMk cId="3199825796" sldId="378"/>
            <ac:graphicFrameMk id="14" creationId="{EC2B84A9-4F15-8BC3-D693-7E109A40695B}"/>
          </ac:graphicFrameMkLst>
        </pc:graphicFrameChg>
        <pc:cxnChg chg="del mod">
          <ac:chgData name="Eric Dobbs" userId="c3e04ad9674fc5b2" providerId="LiveId" clId="{44D212E8-3274-465A-869D-9E6009D3334A}" dt="2026-04-02T12:45:04.239" v="2025" actId="478"/>
          <ac:cxnSpMkLst>
            <pc:docMk/>
            <pc:sldMk cId="3199825796" sldId="378"/>
            <ac:cxnSpMk id="12" creationId="{9A417B14-B0C4-AEF2-803E-3E224BD8CD95}"/>
          </ac:cxnSpMkLst>
        </pc:cxnChg>
        <pc:cxnChg chg="del">
          <ac:chgData name="Eric Dobbs" userId="c3e04ad9674fc5b2" providerId="LiveId" clId="{44D212E8-3274-465A-869D-9E6009D3334A}" dt="2026-04-02T12:45:10.798" v="2030" actId="478"/>
          <ac:cxnSpMkLst>
            <pc:docMk/>
            <pc:sldMk cId="3199825796" sldId="378"/>
            <ac:cxnSpMk id="16" creationId="{0918090A-16D0-6E2F-5364-B08DD2F2CF0D}"/>
          </ac:cxnSpMkLst>
        </pc:cxnChg>
        <pc:cxnChg chg="del">
          <ac:chgData name="Eric Dobbs" userId="c3e04ad9674fc5b2" providerId="LiveId" clId="{44D212E8-3274-465A-869D-9E6009D3334A}" dt="2026-04-02T12:45:05.079" v="2026" actId="478"/>
          <ac:cxnSpMkLst>
            <pc:docMk/>
            <pc:sldMk cId="3199825796" sldId="378"/>
            <ac:cxnSpMk id="19" creationId="{7BA5AE62-D966-8216-B248-D33F88490D90}"/>
          </ac:cxnSpMkLst>
        </pc:cxnChg>
      </pc:sldChg>
      <pc:sldChg chg="addSp delSp modSp add mod">
        <pc:chgData name="Eric Dobbs" userId="c3e04ad9674fc5b2" providerId="LiveId" clId="{44D212E8-3274-465A-869D-9E6009D3334A}" dt="2026-04-02T13:41:56.275" v="2581" actId="1076"/>
        <pc:sldMkLst>
          <pc:docMk/>
          <pc:sldMk cId="3403739964" sldId="379"/>
        </pc:sldMkLst>
        <pc:spChg chg="mod">
          <ac:chgData name="Eric Dobbs" userId="c3e04ad9674fc5b2" providerId="LiveId" clId="{44D212E8-3274-465A-869D-9E6009D3334A}" dt="2026-04-02T13:00:42.529" v="2394" actId="20577"/>
          <ac:spMkLst>
            <pc:docMk/>
            <pc:sldMk cId="3403739964" sldId="379"/>
            <ac:spMk id="2" creationId="{77DB3EEA-C918-DBE3-7629-1FF3E38298FD}"/>
          </ac:spMkLst>
        </pc:spChg>
        <pc:spChg chg="mod">
          <ac:chgData name="Eric Dobbs" userId="c3e04ad9674fc5b2" providerId="LiveId" clId="{44D212E8-3274-465A-869D-9E6009D3334A}" dt="2026-04-02T13:41:12.795" v="2534" actId="1076"/>
          <ac:spMkLst>
            <pc:docMk/>
            <pc:sldMk cId="3403739964" sldId="379"/>
            <ac:spMk id="6" creationId="{195D3A5A-97F5-7417-1399-AEA2E0630FE2}"/>
          </ac:spMkLst>
        </pc:spChg>
        <pc:spChg chg="mod">
          <ac:chgData name="Eric Dobbs" userId="c3e04ad9674fc5b2" providerId="LiveId" clId="{44D212E8-3274-465A-869D-9E6009D3334A}" dt="2026-04-02T13:41:56.275" v="2581" actId="1076"/>
          <ac:spMkLst>
            <pc:docMk/>
            <pc:sldMk cId="3403739964" sldId="379"/>
            <ac:spMk id="15" creationId="{71DCCC43-9F4C-D11C-0080-85B170A30F27}"/>
          </ac:spMkLst>
        </pc:spChg>
        <pc:graphicFrameChg chg="del">
          <ac:chgData name="Eric Dobbs" userId="c3e04ad9674fc5b2" providerId="LiveId" clId="{44D212E8-3274-465A-869D-9E6009D3334A}" dt="2026-04-02T13:00:52.666" v="2396" actId="478"/>
          <ac:graphicFrameMkLst>
            <pc:docMk/>
            <pc:sldMk cId="3403739964" sldId="379"/>
            <ac:graphicFrameMk id="14" creationId="{9F3B5B5C-A322-7F05-E72B-B67B60D44A61}"/>
          </ac:graphicFrameMkLst>
        </pc:graphicFrameChg>
        <pc:picChg chg="add mod">
          <ac:chgData name="Eric Dobbs" userId="c3e04ad9674fc5b2" providerId="LiveId" clId="{44D212E8-3274-465A-869D-9E6009D3334A}" dt="2026-04-02T13:41:14.789" v="2535" actId="1076"/>
          <ac:picMkLst>
            <pc:docMk/>
            <pc:sldMk cId="3403739964" sldId="379"/>
            <ac:picMk id="4" creationId="{1C8BE357-4E18-3321-EF0F-AC565BF42A02}"/>
          </ac:picMkLst>
        </pc:picChg>
      </pc:sldChg>
      <pc:sldChg chg="addSp delSp modSp add mod">
        <pc:chgData name="Eric Dobbs" userId="c3e04ad9674fc5b2" providerId="LiveId" clId="{44D212E8-3274-465A-869D-9E6009D3334A}" dt="2026-04-02T13:49:30.677" v="2933" actId="14100"/>
        <pc:sldMkLst>
          <pc:docMk/>
          <pc:sldMk cId="4256274753" sldId="380"/>
        </pc:sldMkLst>
        <pc:spChg chg="mod">
          <ac:chgData name="Eric Dobbs" userId="c3e04ad9674fc5b2" providerId="LiveId" clId="{44D212E8-3274-465A-869D-9E6009D3334A}" dt="2026-04-02T13:43:14.147" v="2619" actId="20577"/>
          <ac:spMkLst>
            <pc:docMk/>
            <pc:sldMk cId="4256274753" sldId="380"/>
            <ac:spMk id="2" creationId="{55314799-44C8-0F38-5821-C456AFB063F0}"/>
          </ac:spMkLst>
        </pc:spChg>
        <pc:spChg chg="add mod">
          <ac:chgData name="Eric Dobbs" userId="c3e04ad9674fc5b2" providerId="LiveId" clId="{44D212E8-3274-465A-869D-9E6009D3334A}" dt="2026-04-02T13:49:30.677" v="2933" actId="14100"/>
          <ac:spMkLst>
            <pc:docMk/>
            <pc:sldMk cId="4256274753" sldId="380"/>
            <ac:spMk id="3" creationId="{6EC57800-C02A-FB6E-19C3-D35AC0252B63}"/>
          </ac:spMkLst>
        </pc:spChg>
        <pc:spChg chg="mod">
          <ac:chgData name="Eric Dobbs" userId="c3e04ad9674fc5b2" providerId="LiveId" clId="{44D212E8-3274-465A-869D-9E6009D3334A}" dt="2026-04-02T13:44:04.033" v="2722" actId="207"/>
          <ac:spMkLst>
            <pc:docMk/>
            <pc:sldMk cId="4256274753" sldId="380"/>
            <ac:spMk id="6" creationId="{ACEAFD59-71DF-8B7B-1685-727214D360E8}"/>
          </ac:spMkLst>
        </pc:spChg>
        <pc:spChg chg="del">
          <ac:chgData name="Eric Dobbs" userId="c3e04ad9674fc5b2" providerId="LiveId" clId="{44D212E8-3274-465A-869D-9E6009D3334A}" dt="2026-04-02T13:44:42.088" v="2724" actId="478"/>
          <ac:spMkLst>
            <pc:docMk/>
            <pc:sldMk cId="4256274753" sldId="380"/>
            <ac:spMk id="15" creationId="{25C41F28-1AB8-28E9-3B74-08FB2EC16732}"/>
          </ac:spMkLst>
        </pc:spChg>
        <pc:picChg chg="del">
          <ac:chgData name="Eric Dobbs" userId="c3e04ad9674fc5b2" providerId="LiveId" clId="{44D212E8-3274-465A-869D-9E6009D3334A}" dt="2026-04-02T13:44:34.838" v="2723" actId="478"/>
          <ac:picMkLst>
            <pc:docMk/>
            <pc:sldMk cId="4256274753" sldId="380"/>
            <ac:picMk id="4" creationId="{823CB0BD-9D12-11D0-97D8-05AFDC5BD8C4}"/>
          </ac:picMkLst>
        </pc:picChg>
        <pc:picChg chg="add del">
          <ac:chgData name="Eric Dobbs" userId="c3e04ad9674fc5b2" providerId="LiveId" clId="{44D212E8-3274-465A-869D-9E6009D3334A}" dt="2026-04-02T13:48:53.725" v="2924" actId="22"/>
          <ac:picMkLst>
            <pc:docMk/>
            <pc:sldMk cId="4256274753" sldId="380"/>
            <ac:picMk id="7" creationId="{D8CB20AB-0FCC-31D7-8895-7AB18958A238}"/>
          </ac:picMkLst>
        </pc:picChg>
        <pc:picChg chg="add del">
          <ac:chgData name="Eric Dobbs" userId="c3e04ad9674fc5b2" providerId="LiveId" clId="{44D212E8-3274-465A-869D-9E6009D3334A}" dt="2026-04-02T13:49:00.093" v="2927" actId="22"/>
          <ac:picMkLst>
            <pc:docMk/>
            <pc:sldMk cId="4256274753" sldId="380"/>
            <ac:picMk id="9" creationId="{1AD5A921-5986-25E7-7914-A7BB5802179C}"/>
          </ac:picMkLst>
        </pc:picChg>
        <pc:picChg chg="add del">
          <ac:chgData name="Eric Dobbs" userId="c3e04ad9674fc5b2" providerId="LiveId" clId="{44D212E8-3274-465A-869D-9E6009D3334A}" dt="2026-04-02T13:49:05.333" v="2929" actId="22"/>
          <ac:picMkLst>
            <pc:docMk/>
            <pc:sldMk cId="4256274753" sldId="380"/>
            <ac:picMk id="11" creationId="{4C9D88AD-05FA-3126-C927-860289189204}"/>
          </ac:picMkLst>
        </pc:picChg>
      </pc:sldChg>
      <pc:sldChg chg="modSp add mod">
        <pc:chgData name="Eric Dobbs" userId="c3e04ad9674fc5b2" providerId="LiveId" clId="{44D212E8-3274-465A-869D-9E6009D3334A}" dt="2026-04-02T14:09:41.650" v="3211" actId="113"/>
        <pc:sldMkLst>
          <pc:docMk/>
          <pc:sldMk cId="4098455048" sldId="381"/>
        </pc:sldMkLst>
        <pc:spChg chg="mod">
          <ac:chgData name="Eric Dobbs" userId="c3e04ad9674fc5b2" providerId="LiveId" clId="{44D212E8-3274-465A-869D-9E6009D3334A}" dt="2026-04-02T13:54:22.781" v="3049" actId="207"/>
          <ac:spMkLst>
            <pc:docMk/>
            <pc:sldMk cId="4098455048" sldId="381"/>
            <ac:spMk id="2" creationId="{40B06C63-440D-88D8-DE8C-D029EF456DC1}"/>
          </ac:spMkLst>
        </pc:spChg>
        <pc:spChg chg="mod">
          <ac:chgData name="Eric Dobbs" userId="c3e04ad9674fc5b2" providerId="LiveId" clId="{44D212E8-3274-465A-869D-9E6009D3334A}" dt="2026-04-02T13:55:57.088" v="3072" actId="20577"/>
          <ac:spMkLst>
            <pc:docMk/>
            <pc:sldMk cId="4098455048" sldId="381"/>
            <ac:spMk id="3" creationId="{5AFBD1EA-AB77-6CF3-A3C2-23EE70D0CF15}"/>
          </ac:spMkLst>
        </pc:spChg>
        <pc:spChg chg="mod">
          <ac:chgData name="Eric Dobbs" userId="c3e04ad9674fc5b2" providerId="LiveId" clId="{44D212E8-3274-465A-869D-9E6009D3334A}" dt="2026-04-02T14:09:41.650" v="3211" actId="113"/>
          <ac:spMkLst>
            <pc:docMk/>
            <pc:sldMk cId="4098455048" sldId="381"/>
            <ac:spMk id="6" creationId="{EEF7DDAA-91C3-6303-ABB2-DF1E665184A1}"/>
          </ac:spMkLst>
        </pc:spChg>
      </pc:sldChg>
      <pc:sldChg chg="modSp add mod">
        <pc:chgData name="Eric Dobbs" userId="c3e04ad9674fc5b2" providerId="LiveId" clId="{44D212E8-3274-465A-869D-9E6009D3334A}" dt="2026-04-02T14:09:30.520" v="3209" actId="207"/>
        <pc:sldMkLst>
          <pc:docMk/>
          <pc:sldMk cId="1046189978" sldId="382"/>
        </pc:sldMkLst>
        <pc:spChg chg="mod">
          <ac:chgData name="Eric Dobbs" userId="c3e04ad9674fc5b2" providerId="LiveId" clId="{44D212E8-3274-465A-869D-9E6009D3334A}" dt="2026-04-02T13:56:39.677" v="3102" actId="20577"/>
          <ac:spMkLst>
            <pc:docMk/>
            <pc:sldMk cId="1046189978" sldId="382"/>
            <ac:spMk id="2" creationId="{320DABCA-4819-1781-A665-865595E6C565}"/>
          </ac:spMkLst>
        </pc:spChg>
        <pc:spChg chg="mod">
          <ac:chgData name="Eric Dobbs" userId="c3e04ad9674fc5b2" providerId="LiveId" clId="{44D212E8-3274-465A-869D-9E6009D3334A}" dt="2026-04-02T14:09:30.520" v="3209" actId="207"/>
          <ac:spMkLst>
            <pc:docMk/>
            <pc:sldMk cId="1046189978" sldId="382"/>
            <ac:spMk id="6" creationId="{4049FDC2-5A77-5DD8-2038-FE4AFA2E8833}"/>
          </ac:spMkLst>
        </pc:spChg>
      </pc:sldChg>
      <pc:sldChg chg="addSp delSp modSp add mod">
        <pc:chgData name="Eric Dobbs" userId="c3e04ad9674fc5b2" providerId="LiveId" clId="{44D212E8-3274-465A-869D-9E6009D3334A}" dt="2026-04-02T14:50:21.247" v="3357" actId="113"/>
        <pc:sldMkLst>
          <pc:docMk/>
          <pc:sldMk cId="230486126" sldId="383"/>
        </pc:sldMkLst>
        <pc:spChg chg="mod">
          <ac:chgData name="Eric Dobbs" userId="c3e04ad9674fc5b2" providerId="LiveId" clId="{44D212E8-3274-465A-869D-9E6009D3334A}" dt="2026-04-02T14:08:29.094" v="3203" actId="20577"/>
          <ac:spMkLst>
            <pc:docMk/>
            <pc:sldMk cId="230486126" sldId="383"/>
            <ac:spMk id="2" creationId="{C81730C9-1572-A90D-6A83-F1DA1BD5223C}"/>
          </ac:spMkLst>
        </pc:spChg>
        <pc:spChg chg="del">
          <ac:chgData name="Eric Dobbs" userId="c3e04ad9674fc5b2" providerId="LiveId" clId="{44D212E8-3274-465A-869D-9E6009D3334A}" dt="2026-04-02T14:19:18.799" v="3212" actId="478"/>
          <ac:spMkLst>
            <pc:docMk/>
            <pc:sldMk cId="230486126" sldId="383"/>
            <ac:spMk id="3" creationId="{67529D03-3174-0607-A96B-1ACCEFD896C6}"/>
          </ac:spMkLst>
        </pc:spChg>
        <pc:spChg chg="add mod">
          <ac:chgData name="Eric Dobbs" userId="c3e04ad9674fc5b2" providerId="LiveId" clId="{44D212E8-3274-465A-869D-9E6009D3334A}" dt="2026-04-02T14:24:31.339" v="3349" actId="1076"/>
          <ac:spMkLst>
            <pc:docMk/>
            <pc:sldMk cId="230486126" sldId="383"/>
            <ac:spMk id="4" creationId="{A94209F1-C2CD-B5A4-4F80-E6DA5C387400}"/>
          </ac:spMkLst>
        </pc:spChg>
        <pc:spChg chg="add mod">
          <ac:chgData name="Eric Dobbs" userId="c3e04ad9674fc5b2" providerId="LiveId" clId="{44D212E8-3274-465A-869D-9E6009D3334A}" dt="2026-04-02T14:22:25.335" v="3261" actId="1076"/>
          <ac:spMkLst>
            <pc:docMk/>
            <pc:sldMk cId="230486126" sldId="383"/>
            <ac:spMk id="5" creationId="{84F4D63E-3E68-8D52-3767-980384729611}"/>
          </ac:spMkLst>
        </pc:spChg>
        <pc:spChg chg="mod">
          <ac:chgData name="Eric Dobbs" userId="c3e04ad9674fc5b2" providerId="LiveId" clId="{44D212E8-3274-465A-869D-9E6009D3334A}" dt="2026-04-02T14:09:15.754" v="3207" actId="113"/>
          <ac:spMkLst>
            <pc:docMk/>
            <pc:sldMk cId="230486126" sldId="383"/>
            <ac:spMk id="6" creationId="{3B0A2D6A-391E-622C-EF3A-32B43788919E}"/>
          </ac:spMkLst>
        </pc:spChg>
        <pc:spChg chg="add mod">
          <ac:chgData name="Eric Dobbs" userId="c3e04ad9674fc5b2" providerId="LiveId" clId="{44D212E8-3274-465A-869D-9E6009D3334A}" dt="2026-04-02T14:50:21.247" v="3357" actId="113"/>
          <ac:spMkLst>
            <pc:docMk/>
            <pc:sldMk cId="230486126" sldId="383"/>
            <ac:spMk id="8" creationId="{1F63736D-189E-44F6-AEDB-92270259DC5E}"/>
          </ac:spMkLst>
        </pc:spChg>
      </pc:sldChg>
      <pc:sldChg chg="addSp delSp modSp add mod">
        <pc:chgData name="Eric Dobbs" userId="c3e04ad9674fc5b2" providerId="LiveId" clId="{44D212E8-3274-465A-869D-9E6009D3334A}" dt="2026-04-02T15:00:56.438" v="3672" actId="2710"/>
        <pc:sldMkLst>
          <pc:docMk/>
          <pc:sldMk cId="1074630633" sldId="384"/>
        </pc:sldMkLst>
        <pc:spChg chg="mod">
          <ac:chgData name="Eric Dobbs" userId="c3e04ad9674fc5b2" providerId="LiveId" clId="{44D212E8-3274-465A-869D-9E6009D3334A}" dt="2026-04-02T14:50:52.203" v="3388" actId="20577"/>
          <ac:spMkLst>
            <pc:docMk/>
            <pc:sldMk cId="1074630633" sldId="384"/>
            <ac:spMk id="2" creationId="{7C8957EA-E75F-9911-C685-2DE4A3044751}"/>
          </ac:spMkLst>
        </pc:spChg>
        <pc:spChg chg="del mod">
          <ac:chgData name="Eric Dobbs" userId="c3e04ad9674fc5b2" providerId="LiveId" clId="{44D212E8-3274-465A-869D-9E6009D3334A}" dt="2026-04-02T14:52:52.163" v="3522" actId="478"/>
          <ac:spMkLst>
            <pc:docMk/>
            <pc:sldMk cId="1074630633" sldId="384"/>
            <ac:spMk id="4" creationId="{CFD01F9E-C6C9-6423-54E6-6110ADB761DB}"/>
          </ac:spMkLst>
        </pc:spChg>
        <pc:spChg chg="del mod">
          <ac:chgData name="Eric Dobbs" userId="c3e04ad9674fc5b2" providerId="LiveId" clId="{44D212E8-3274-465A-869D-9E6009D3334A}" dt="2026-04-02T14:52:48.339" v="3521" actId="478"/>
          <ac:spMkLst>
            <pc:docMk/>
            <pc:sldMk cId="1074630633" sldId="384"/>
            <ac:spMk id="5" creationId="{A1CC684C-6D37-9F24-435E-440D70865C6E}"/>
          </ac:spMkLst>
        </pc:spChg>
        <pc:spChg chg="mod">
          <ac:chgData name="Eric Dobbs" userId="c3e04ad9674fc5b2" providerId="LiveId" clId="{44D212E8-3274-465A-869D-9E6009D3334A}" dt="2026-04-02T14:53:21.316" v="3524" actId="113"/>
          <ac:spMkLst>
            <pc:docMk/>
            <pc:sldMk cId="1074630633" sldId="384"/>
            <ac:spMk id="6" creationId="{E94C5E9A-9BAB-4FB9-3A3A-28677DD9E2ED}"/>
          </ac:spMkLst>
        </pc:spChg>
        <pc:spChg chg="add del mod">
          <ac:chgData name="Eric Dobbs" userId="c3e04ad9674fc5b2" providerId="LiveId" clId="{44D212E8-3274-465A-869D-9E6009D3334A}" dt="2026-04-02T14:59:08.466" v="3532" actId="478"/>
          <ac:spMkLst>
            <pc:docMk/>
            <pc:sldMk cId="1074630633" sldId="384"/>
            <ac:spMk id="7" creationId="{F16E3674-770C-CC18-D57E-8149E3A8842B}"/>
          </ac:spMkLst>
        </pc:spChg>
        <pc:spChg chg="mod">
          <ac:chgData name="Eric Dobbs" userId="c3e04ad9674fc5b2" providerId="LiveId" clId="{44D212E8-3274-465A-869D-9E6009D3334A}" dt="2026-04-02T14:59:19.470" v="3552" actId="20577"/>
          <ac:spMkLst>
            <pc:docMk/>
            <pc:sldMk cId="1074630633" sldId="384"/>
            <ac:spMk id="8" creationId="{953F2427-FF11-B97B-5C8B-19C6738C99FD}"/>
          </ac:spMkLst>
        </pc:spChg>
        <pc:spChg chg="add mod">
          <ac:chgData name="Eric Dobbs" userId="c3e04ad9674fc5b2" providerId="LiveId" clId="{44D212E8-3274-465A-869D-9E6009D3334A}" dt="2026-04-02T15:00:56.438" v="3672" actId="2710"/>
          <ac:spMkLst>
            <pc:docMk/>
            <pc:sldMk cId="1074630633" sldId="384"/>
            <ac:spMk id="9" creationId="{33E06D6C-967E-BC13-DA5E-0432C2AA0DB8}"/>
          </ac:spMkLst>
        </pc:spChg>
      </pc:sldChg>
      <pc:sldChg chg="delSp modSp add mod">
        <pc:chgData name="Eric Dobbs" userId="c3e04ad9674fc5b2" providerId="LiveId" clId="{44D212E8-3274-465A-869D-9E6009D3334A}" dt="2026-04-02T16:39:50.486" v="4462" actId="478"/>
        <pc:sldMkLst>
          <pc:docMk/>
          <pc:sldMk cId="3584033066" sldId="385"/>
        </pc:sldMkLst>
        <pc:spChg chg="mod">
          <ac:chgData name="Eric Dobbs" userId="c3e04ad9674fc5b2" providerId="LiveId" clId="{44D212E8-3274-465A-869D-9E6009D3334A}" dt="2026-04-02T16:25:05.867" v="4178" actId="207"/>
          <ac:spMkLst>
            <pc:docMk/>
            <pc:sldMk cId="3584033066" sldId="385"/>
            <ac:spMk id="2" creationId="{3462A714-9A15-6FAE-D034-313B853F5D64}"/>
          </ac:spMkLst>
        </pc:spChg>
        <pc:spChg chg="mod">
          <ac:chgData name="Eric Dobbs" userId="c3e04ad9674fc5b2" providerId="LiveId" clId="{44D212E8-3274-465A-869D-9E6009D3334A}" dt="2026-04-02T16:25:10.806" v="4180" actId="207"/>
          <ac:spMkLst>
            <pc:docMk/>
            <pc:sldMk cId="3584033066" sldId="385"/>
            <ac:spMk id="6" creationId="{7B24C3CB-F850-4ED9-0CDE-45DB874DD970}"/>
          </ac:spMkLst>
        </pc:spChg>
        <pc:spChg chg="del mod">
          <ac:chgData name="Eric Dobbs" userId="c3e04ad9674fc5b2" providerId="LiveId" clId="{44D212E8-3274-465A-869D-9E6009D3334A}" dt="2026-04-02T16:39:50.486" v="4462" actId="478"/>
          <ac:spMkLst>
            <pc:docMk/>
            <pc:sldMk cId="3584033066" sldId="385"/>
            <ac:spMk id="8" creationId="{5232A7B0-107E-6CE8-6AA3-4CF44D4310F7}"/>
          </ac:spMkLst>
        </pc:spChg>
        <pc:spChg chg="mod">
          <ac:chgData name="Eric Dobbs" userId="c3e04ad9674fc5b2" providerId="LiveId" clId="{44D212E8-3274-465A-869D-9E6009D3334A}" dt="2026-04-02T16:29:35.644" v="4434" actId="207"/>
          <ac:spMkLst>
            <pc:docMk/>
            <pc:sldMk cId="3584033066" sldId="385"/>
            <ac:spMk id="9" creationId="{16A738CF-1C2A-9EA3-F64A-12019B029EAF}"/>
          </ac:spMkLst>
        </pc:spChg>
      </pc:sldChg>
      <pc:sldChg chg="addSp delSp modSp add mod">
        <pc:chgData name="Eric Dobbs" userId="c3e04ad9674fc5b2" providerId="LiveId" clId="{44D212E8-3274-465A-869D-9E6009D3334A}" dt="2026-04-02T16:23:25.423" v="4017" actId="20577"/>
        <pc:sldMkLst>
          <pc:docMk/>
          <pc:sldMk cId="1533561102" sldId="386"/>
        </pc:sldMkLst>
        <pc:spChg chg="mod">
          <ac:chgData name="Eric Dobbs" userId="c3e04ad9674fc5b2" providerId="LiveId" clId="{44D212E8-3274-465A-869D-9E6009D3334A}" dt="2026-04-02T15:02:31.417" v="3689" actId="20577"/>
          <ac:spMkLst>
            <pc:docMk/>
            <pc:sldMk cId="1533561102" sldId="386"/>
            <ac:spMk id="2" creationId="{8699E522-A2A4-6520-01F6-197E76CBB60D}"/>
          </ac:spMkLst>
        </pc:spChg>
        <pc:spChg chg="add mod">
          <ac:chgData name="Eric Dobbs" userId="c3e04ad9674fc5b2" providerId="LiveId" clId="{44D212E8-3274-465A-869D-9E6009D3334A}" dt="2026-04-02T16:18:01.502" v="4008" actId="2710"/>
          <ac:spMkLst>
            <pc:docMk/>
            <pc:sldMk cId="1533561102" sldId="386"/>
            <ac:spMk id="3" creationId="{AD8B5704-FD3D-E42D-C2C3-F5F4D36F43BF}"/>
          </ac:spMkLst>
        </pc:spChg>
        <pc:spChg chg="add mod">
          <ac:chgData name="Eric Dobbs" userId="c3e04ad9674fc5b2" providerId="LiveId" clId="{44D212E8-3274-465A-869D-9E6009D3334A}" dt="2026-04-02T16:23:25.423" v="4017" actId="20577"/>
          <ac:spMkLst>
            <pc:docMk/>
            <pc:sldMk cId="1533561102" sldId="386"/>
            <ac:spMk id="4" creationId="{88D3BC4B-9EE7-5CAC-609F-954B7FEFC856}"/>
          </ac:spMkLst>
        </pc:spChg>
        <pc:spChg chg="mod">
          <ac:chgData name="Eric Dobbs" userId="c3e04ad9674fc5b2" providerId="LiveId" clId="{44D212E8-3274-465A-869D-9E6009D3334A}" dt="2026-04-02T15:03:24.229" v="3799" actId="20577"/>
          <ac:spMkLst>
            <pc:docMk/>
            <pc:sldMk cId="1533561102" sldId="386"/>
            <ac:spMk id="6" creationId="{50C5E252-D625-BC87-FE60-14B93F289D93}"/>
          </ac:spMkLst>
        </pc:spChg>
        <pc:spChg chg="del mod">
          <ac:chgData name="Eric Dobbs" userId="c3e04ad9674fc5b2" providerId="LiveId" clId="{44D212E8-3274-465A-869D-9E6009D3334A}" dt="2026-04-02T15:05:16.478" v="3803" actId="478"/>
          <ac:spMkLst>
            <pc:docMk/>
            <pc:sldMk cId="1533561102" sldId="386"/>
            <ac:spMk id="8" creationId="{34DAF768-7E6C-754E-7BF4-A74A730C42AB}"/>
          </ac:spMkLst>
        </pc:spChg>
        <pc:spChg chg="del mod">
          <ac:chgData name="Eric Dobbs" userId="c3e04ad9674fc5b2" providerId="LiveId" clId="{44D212E8-3274-465A-869D-9E6009D3334A}" dt="2026-04-02T15:05:09.678" v="3801" actId="478"/>
          <ac:spMkLst>
            <pc:docMk/>
            <pc:sldMk cId="1533561102" sldId="386"/>
            <ac:spMk id="9" creationId="{ED13D5FD-657F-9792-4A2C-D84606C62712}"/>
          </ac:spMkLst>
        </pc:spChg>
      </pc:sldChg>
      <pc:sldChg chg="addSp delSp modSp add mod">
        <pc:chgData name="Eric Dobbs" userId="c3e04ad9674fc5b2" providerId="LiveId" clId="{44D212E8-3274-465A-869D-9E6009D3334A}" dt="2026-04-02T16:44:17.580" v="4520" actId="207"/>
        <pc:sldMkLst>
          <pc:docMk/>
          <pc:sldMk cId="4075130371" sldId="387"/>
        </pc:sldMkLst>
        <pc:spChg chg="add mod">
          <ac:chgData name="Eric Dobbs" userId="c3e04ad9674fc5b2" providerId="LiveId" clId="{44D212E8-3274-465A-869D-9E6009D3334A}" dt="2026-04-02T16:44:17.580" v="4520" actId="207"/>
          <ac:spMkLst>
            <pc:docMk/>
            <pc:sldMk cId="4075130371" sldId="387"/>
            <ac:spMk id="5" creationId="{DAD839A1-F61D-6779-2238-67D5DF566799}"/>
          </ac:spMkLst>
        </pc:spChg>
        <pc:spChg chg="del">
          <ac:chgData name="Eric Dobbs" userId="c3e04ad9674fc5b2" providerId="LiveId" clId="{44D212E8-3274-465A-869D-9E6009D3334A}" dt="2026-04-02T16:41:58.327" v="4466" actId="478"/>
          <ac:spMkLst>
            <pc:docMk/>
            <pc:sldMk cId="4075130371" sldId="387"/>
            <ac:spMk id="6" creationId="{ED337D80-AB6C-FE35-8CC5-B17C018DE13F}"/>
          </ac:spMkLst>
        </pc:spChg>
        <pc:spChg chg="del mod">
          <ac:chgData name="Eric Dobbs" userId="c3e04ad9674fc5b2" providerId="LiveId" clId="{44D212E8-3274-465A-869D-9E6009D3334A}" dt="2026-04-02T16:41:54.926" v="4465" actId="478"/>
          <ac:spMkLst>
            <pc:docMk/>
            <pc:sldMk cId="4075130371" sldId="387"/>
            <ac:spMk id="9" creationId="{3C8A7258-5532-5B27-5F12-15787B9BAD0F}"/>
          </ac:spMkLst>
        </pc:spChg>
        <pc:picChg chg="add mod">
          <ac:chgData name="Eric Dobbs" userId="c3e04ad9674fc5b2" providerId="LiveId" clId="{44D212E8-3274-465A-869D-9E6009D3334A}" dt="2026-04-02T16:43:36.935" v="4469" actId="1076"/>
          <ac:picMkLst>
            <pc:docMk/>
            <pc:sldMk cId="4075130371" sldId="387"/>
            <ac:picMk id="4" creationId="{D0E1B299-2D54-2EB0-BD40-A6B27F8EC050}"/>
          </ac:picMkLst>
        </pc:picChg>
      </pc:sldChg>
      <pc:sldChg chg="modSp add mod">
        <pc:chgData name="Eric Dobbs" userId="c3e04ad9674fc5b2" providerId="LiveId" clId="{44D212E8-3274-465A-869D-9E6009D3334A}" dt="2026-04-02T16:45:06.388" v="4567" actId="1076"/>
        <pc:sldMkLst>
          <pc:docMk/>
          <pc:sldMk cId="1679448337" sldId="388"/>
        </pc:sldMkLst>
        <pc:spChg chg="mod">
          <ac:chgData name="Eric Dobbs" userId="c3e04ad9674fc5b2" providerId="LiveId" clId="{44D212E8-3274-465A-869D-9E6009D3334A}" dt="2026-04-02T16:45:06.388" v="4567" actId="1076"/>
          <ac:spMkLst>
            <pc:docMk/>
            <pc:sldMk cId="1679448337" sldId="388"/>
            <ac:spMk id="5" creationId="{F5AF3FDD-8F52-BC26-7844-8650FCB04B31}"/>
          </ac:spMkLst>
        </pc:spChg>
      </pc:sldChg>
      <pc:sldChg chg="addSp delSp modSp new mod">
        <pc:chgData name="Eric Dobbs" userId="c3e04ad9674fc5b2" providerId="LiveId" clId="{44D212E8-3274-465A-869D-9E6009D3334A}" dt="2026-04-02T16:59:14.427" v="4588" actId="14100"/>
        <pc:sldMkLst>
          <pc:docMk/>
          <pc:sldMk cId="2188143831" sldId="389"/>
        </pc:sldMkLst>
        <pc:spChg chg="mod">
          <ac:chgData name="Eric Dobbs" userId="c3e04ad9674fc5b2" providerId="LiveId" clId="{44D212E8-3274-465A-869D-9E6009D3334A}" dt="2026-04-02T16:58:01.289" v="4579" actId="20577"/>
          <ac:spMkLst>
            <pc:docMk/>
            <pc:sldMk cId="2188143831" sldId="389"/>
            <ac:spMk id="2" creationId="{B8C03AD3-8F0C-5F85-7E01-E147551E0A93}"/>
          </ac:spMkLst>
        </pc:spChg>
        <pc:spChg chg="del">
          <ac:chgData name="Eric Dobbs" userId="c3e04ad9674fc5b2" providerId="LiveId" clId="{44D212E8-3274-465A-869D-9E6009D3334A}" dt="2026-04-02T16:58:07.530" v="4580" actId="22"/>
          <ac:spMkLst>
            <pc:docMk/>
            <pc:sldMk cId="2188143831" sldId="389"/>
            <ac:spMk id="3" creationId="{910FC7B7-1CF2-31E8-51FC-B3031642E522}"/>
          </ac:spMkLst>
        </pc:spChg>
        <pc:picChg chg="add mod ord">
          <ac:chgData name="Eric Dobbs" userId="c3e04ad9674fc5b2" providerId="LiveId" clId="{44D212E8-3274-465A-869D-9E6009D3334A}" dt="2026-04-02T16:59:05.998" v="4586" actId="1076"/>
          <ac:picMkLst>
            <pc:docMk/>
            <pc:sldMk cId="2188143831" sldId="389"/>
            <ac:picMk id="5" creationId="{97FCA746-2CBF-E12B-39F3-398C91A54056}"/>
          </ac:picMkLst>
        </pc:picChg>
        <pc:picChg chg="add mod">
          <ac:chgData name="Eric Dobbs" userId="c3e04ad9674fc5b2" providerId="LiveId" clId="{44D212E8-3274-465A-869D-9E6009D3334A}" dt="2026-04-02T16:59:14.427" v="4588" actId="14100"/>
          <ac:picMkLst>
            <pc:docMk/>
            <pc:sldMk cId="2188143831" sldId="389"/>
            <ac:picMk id="7" creationId="{1F3A7AC7-5C9F-302A-D5A5-4CCD553D6B5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498DD-30BA-0868-2CA1-5EB0F93DA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D8687-FB1B-6B0F-90FE-23E6D3233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D73B0-2283-A844-BCE3-CF644832E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B98E0-3F55-150C-C855-DE2899D4C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86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0C65D-4692-A2C7-E99B-E75C6E76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F71AD-846C-974B-6BA7-871680553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4AD43-B457-EFC1-0472-9AB7B000F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7C7FC-2DDD-40F2-BCF1-F39974E84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270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E01D7-11D7-61CC-3457-8174D0361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22497E-FB34-22C3-6403-2B62EAA28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51F613-26A0-5B5D-6F36-BAC0293F9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957E2-22FE-A00C-B3A5-FF19DE915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647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F8275-0E09-EF1F-BC4A-910D252F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05EFA-F12D-F201-2993-9D154CF46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E6538-D8D1-42D4-A5C9-79F1EFF93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240E3-99F4-3503-A323-0EC427927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669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F52A1-98B4-786F-185C-3CDE33B4B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AE427-9660-4B82-660C-C4C2BD7FC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3A0F8-1251-FC35-5480-6B5FBD2B2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36C85-5429-0799-0F48-47482208FB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01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4D81B-DCCC-2F78-4B02-AD2F8FF8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04374-48C0-4A05-7618-2BE11251D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5F6D0-1AB7-2A46-B687-57CF69E77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D6B6F-7631-8DF1-3168-0F0CCA310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737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1940A-9B20-BBF1-34E0-CA0BFD7F5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32F94-88C6-DE30-E50D-E11E5CF7E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0D0C52-BEE5-31D9-299B-97666217F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CA8BD-14DF-47F6-D4F4-D662ED64B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396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5B3F9-526B-D344-C31E-28D9DDC17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727B12-1C93-6FD7-8596-F947CBBCF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53680-5C2E-7182-8D23-6566592B8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945D7-3DC0-98D3-2FA7-D42BF4D7C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174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9B8FE-B182-36DB-3538-0CF2B19B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0E475-5547-95C2-504F-FE0E4059F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145E87-FE1A-4582-DCF3-3CEB201D4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A2D14-034A-75CD-952A-B0F1F36A8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667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732D2-A3B3-2EC8-2D71-D6EF128B8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7E9B6-3C0C-047A-C9EF-3C0BE1C92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320AC-5DA2-D497-BAC6-278212E69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5480B-4E5E-6625-D4A3-01DA1B2B5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5717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8BBD3-D67E-AF1B-AFB2-40079F7B6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017DF-59A5-E80F-1663-0A3C0AB79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B5AAE-2FEB-3728-EC47-8BD1EA6E1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A0093-7CF4-F274-DD7B-B84E90543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5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D17A7-D65F-0D6A-93AC-5006A8B3B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86BD2-4D8D-50CE-AD1F-DA1283FB5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909A2-E07E-1C55-14D3-4F42F2EA7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4F838-812E-7336-930F-80FC03106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691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48165-5E65-2374-7742-7432A5591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968DA-4ED4-9C99-089E-75521F888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AFFA1-CD30-047A-684B-46A9BA622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E3EA6-25F2-90B9-6D35-62F30F303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7288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3FC2A-6EE4-90A6-8D07-649A8BC5A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55977-9E6C-AC15-DF43-8270606AD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544DA-49AA-09E4-5CB9-8C938134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74B5A-BDBB-2436-1B90-1643A01C1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7454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08BDC-6F67-7651-3E6A-8F9BC741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1E8749-E2C0-333D-7FF5-06E0F7AE2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57439-CCAD-CF87-2259-AA8F98D37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34D61-2C8E-DEDE-0CB6-E6400308B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2674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EBE78-27BA-D9EC-A61A-76548D67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3D510B-7060-BC14-2DB5-64069C63F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61E20-D390-7A2A-0C4E-F2AF2E3D1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C7943-35AE-BE2B-709B-AF42A4FCF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9925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2DEAF-A4AC-AA34-F1D9-69E3CE99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5EDB3-5E02-AC92-4217-0369C3F4F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9CE09-E664-035D-762E-F6072419B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3040C-B9C6-E632-1305-D109CEC13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0734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40F27-C65E-1D27-8D69-F35275262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FAAEC-829F-7BDC-F07C-8840700AC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1B2AB6-CCC5-0803-2017-AF9BC245E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344E8-4FA8-A800-C0BF-1C8FB3D6F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8307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339B6-FC97-92D5-4082-BF6473778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479CCC-A9E1-AACD-14E4-EFBAB3074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F9FE8-0968-8C14-531B-D5BD66CC9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76A30-6243-B2E6-F7F4-77A29BD76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4815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82749-2F29-2EEB-FC5F-009709BF1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CB679-FCD6-EFE1-DE51-BD67FEBC4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488A7-3D6C-F6FB-7FAB-5CA036D67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C28BA-C91D-D63D-D03E-D5C8B474DE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53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0749E-17ED-319E-FA74-A462763E8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544C9F-3529-4072-8D53-A81FEA017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56AE6-0D42-E95A-DFE3-DE2E8FF4C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6108B-6BCF-54D5-F10A-B8B6F8AC4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6760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E463-65F9-9AB6-40B1-3040CB14E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135CD-7A49-9884-F3EB-6F3A99892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010654-D124-85C6-A80E-E4D78EC5C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D7DBE-81AA-E5B7-3157-3681FE357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1775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ED8B1-70F7-D970-7C69-B623C95E0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EC4B1-D9CF-5951-DFFC-220A9EE1D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971B7-4125-42AC-56CC-C6CD2FA6F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of adding a range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C336F-D12C-BDE5-DE48-AA6F57A27E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259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in links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23391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32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sz="6600" dirty="0"/>
              <a:t>Java Programming I</a:t>
            </a:r>
            <a:endParaRPr lang="ru-RU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 fontScale="92500"/>
          </a:bodyPr>
          <a:lstStyle/>
          <a:p>
            <a:r>
              <a:rPr lang="en-US" sz="3600" dirty="0"/>
              <a:t>Cist2371 – lesson9 (Objects &amp; classes)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6">
            <a:extLst>
              <a:ext uri="{FF2B5EF4-FFF2-40B4-BE49-F238E27FC236}">
                <a16:creationId xmlns:a16="http://schemas.microsoft.com/office/drawing/2014/main" id="{65DD4B4B-20B7-4924-F35A-83C18AD5EE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96EA88-0FB5-4042-A25E-77B453EBAF0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8708307F-C217-D0CD-CA5E-856FECC6C6E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133600" y="228601"/>
            <a:ext cx="7772400" cy="473075"/>
          </a:xfrm>
        </p:spPr>
        <p:txBody>
          <a:bodyPr/>
          <a:lstStyle/>
          <a:p>
            <a:r>
              <a:rPr lang="en-US" altLang="en-US" sz="4000"/>
              <a:t>Objectives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10B6B67-B852-433F-B930-5DE40EAC3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741363"/>
            <a:ext cx="8688388" cy="549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DB54B-277F-8587-FEAC-93DC93A8EDB3}"/>
              </a:ext>
            </a:extLst>
          </p:cNvPr>
          <p:cNvSpPr txBox="1"/>
          <p:nvPr/>
        </p:nvSpPr>
        <p:spPr>
          <a:xfrm>
            <a:off x="2850045" y="701676"/>
            <a:ext cx="6097656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describe objects and classes, and use classes to model objects (§9.2).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use UML graphical notation to describe classes and objects (§9.2).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demonstrate how to define classes and create objects (§9.3).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objects using constructors (§9.4).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access objects via object reference variables (§9.5).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define a reference variable using a reference type (§9.5.1).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access an object’s data and methods using the object member access operator (.) (§9.5.2).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define data fields of reference types and assign default values for an object’s data fields (§9.5.3).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distinguish between object reference variables and primitive data type variables (§9.5.4).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044F-48FE-4A60-5012-3A6D6B486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6">
            <a:extLst>
              <a:ext uri="{FF2B5EF4-FFF2-40B4-BE49-F238E27FC236}">
                <a16:creationId xmlns:a16="http://schemas.microsoft.com/office/drawing/2014/main" id="{5A32D210-265E-D6EF-399E-0194FBA884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96EA88-0FB5-4042-A25E-77B453EBAF0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F78E66BB-6105-8032-65E9-F9C4E620ED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133600" y="228601"/>
            <a:ext cx="7772400" cy="473075"/>
          </a:xfrm>
        </p:spPr>
        <p:txBody>
          <a:bodyPr/>
          <a:lstStyle/>
          <a:p>
            <a:r>
              <a:rPr lang="en-US" altLang="en-US" sz="4000" dirty="0"/>
              <a:t>Objectives - </a:t>
            </a:r>
            <a:r>
              <a:rPr lang="en-US" altLang="en-US" sz="4000" dirty="0" err="1"/>
              <a:t>Cont</a:t>
            </a:r>
            <a:endParaRPr lang="en-US" altLang="en-US" sz="4000" dirty="0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2674EE14-419A-B8BF-81DD-CC886420A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741363"/>
            <a:ext cx="8688388" cy="549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9FA3A-FE13-78A4-B8D5-7B5F9A46C8F5}"/>
              </a:ext>
            </a:extLst>
          </p:cNvPr>
          <p:cNvSpPr txBox="1"/>
          <p:nvPr/>
        </p:nvSpPr>
        <p:spPr>
          <a:xfrm>
            <a:off x="2850045" y="701676"/>
            <a:ext cx="6097656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use the Java library classes Date, Random, and Point2D (§9.6).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distinguish between instance and static variables and methods (§9.7).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define private data fields with appropriate get and set methods (§9.8).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encapsulate data fields to make classes easy to maintain (§9.9).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develop methods with object arguments and differentiate between primitive-type arguments and object-type arguments (§9.10).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store and process objects in arrays (§9.11).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create immutable objects from immutable classes to protect the contents of objects (§9.12).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determine the scope of variables in the context of a class (§9.13).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use the keyword this to refer to the calling object itself (§9.14).</a:t>
            </a:r>
          </a:p>
        </p:txBody>
      </p:sp>
    </p:spTree>
    <p:extLst>
      <p:ext uri="{BB962C8B-B14F-4D97-AF65-F5344CB8AC3E}">
        <p14:creationId xmlns:p14="http://schemas.microsoft.com/office/powerpoint/2010/main" val="1817879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4CAC4-8E69-7EBB-5973-CD209EAD0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CE389-1FC4-8639-3006-80D44A343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9.1 Introduction to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25B78-2E3B-93EB-B220-3E997C50E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445369"/>
            <a:ext cx="8946541" cy="23977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onsolas" panose="020B0609020204030204" pitchFamily="49" charset="0"/>
              </a:rPr>
              <a:t>Object-oriented programming(OOP) enables you to develop large-scale software and GUIs effectively.</a:t>
            </a:r>
          </a:p>
        </p:txBody>
      </p:sp>
    </p:spTree>
    <p:extLst>
      <p:ext uri="{BB962C8B-B14F-4D97-AF65-F5344CB8AC3E}">
        <p14:creationId xmlns:p14="http://schemas.microsoft.com/office/powerpoint/2010/main" val="190293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51E8-6F59-CEDE-CBDD-01AE17408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9CC76-2088-E0BA-F7FB-92201C724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9.2 Defining Classes for Objects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DAF3E2-1D8B-41B1-9F89-E14A20F8AFC9}"/>
              </a:ext>
            </a:extLst>
          </p:cNvPr>
          <p:cNvSpPr txBox="1"/>
          <p:nvPr/>
        </p:nvSpPr>
        <p:spPr>
          <a:xfrm>
            <a:off x="1402637" y="1868557"/>
            <a:ext cx="7891670" cy="3363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OOP involves programming using </a:t>
            </a:r>
            <a:r>
              <a:rPr lang="en-US" b="1" dirty="0">
                <a:solidFill>
                  <a:srgbClr val="FFFF00"/>
                </a:solidFill>
              </a:rPr>
              <a:t>objects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Objects has </a:t>
            </a:r>
            <a:r>
              <a:rPr lang="en-US" b="1" dirty="0">
                <a:solidFill>
                  <a:srgbClr val="FFFF00"/>
                </a:solidFill>
              </a:rPr>
              <a:t>properties</a:t>
            </a:r>
            <a:r>
              <a:rPr lang="en-US" dirty="0"/>
              <a:t> and </a:t>
            </a:r>
            <a:r>
              <a:rPr lang="en-US" b="1" dirty="0">
                <a:solidFill>
                  <a:srgbClr val="FFFF00"/>
                </a:solidFill>
              </a:rPr>
              <a:t>behaviors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Objects are derived from </a:t>
            </a:r>
            <a:r>
              <a:rPr lang="en-US" b="1" dirty="0">
                <a:solidFill>
                  <a:srgbClr val="FFFF00"/>
                </a:solidFill>
              </a:rPr>
              <a:t>Classes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class is a </a:t>
            </a:r>
            <a:r>
              <a:rPr lang="en-US" b="1" dirty="0"/>
              <a:t>template</a:t>
            </a:r>
            <a:r>
              <a:rPr lang="en-US" dirty="0"/>
              <a:t>, blueprint, or contract that defines what an object’s data fields and methods will be.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 object is an </a:t>
            </a:r>
            <a:r>
              <a:rPr lang="en-US" b="1" dirty="0">
                <a:solidFill>
                  <a:srgbClr val="FFFF00"/>
                </a:solidFill>
              </a:rPr>
              <a:t>instance</a:t>
            </a:r>
            <a:r>
              <a:rPr lang="en-US" dirty="0"/>
              <a:t> of a class.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Many instances of a class can be created.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Creating an instance is referred to as </a:t>
            </a:r>
            <a:r>
              <a:rPr lang="en-US" b="1" dirty="0">
                <a:solidFill>
                  <a:srgbClr val="FFFF00"/>
                </a:solidFill>
              </a:rPr>
              <a:t>instantiation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30922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41581-B8C6-AE9C-D8E9-3DE1C671C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0014-ECDF-9161-E5CB-FD14566F2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9.2 Defining Classes for Objects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1C42A1-59B5-D55F-B3ED-E714FEC6FA53}"/>
              </a:ext>
            </a:extLst>
          </p:cNvPr>
          <p:cNvSpPr/>
          <p:nvPr/>
        </p:nvSpPr>
        <p:spPr>
          <a:xfrm>
            <a:off x="1411357" y="2623930"/>
            <a:ext cx="2425147" cy="24152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92A7C3-2568-3983-CCCC-69BEF0525E9C}"/>
              </a:ext>
            </a:extLst>
          </p:cNvPr>
          <p:cNvCxnSpPr>
            <a:cxnSpLocks/>
          </p:cNvCxnSpPr>
          <p:nvPr/>
        </p:nvCxnSpPr>
        <p:spPr>
          <a:xfrm flipH="1">
            <a:off x="2584174" y="3826564"/>
            <a:ext cx="125233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121799-A5E2-0CD0-BE6E-FF75860D1042}"/>
              </a:ext>
            </a:extLst>
          </p:cNvPr>
          <p:cNvSpPr txBox="1"/>
          <p:nvPr/>
        </p:nvSpPr>
        <p:spPr>
          <a:xfrm>
            <a:off x="4055165" y="2991679"/>
            <a:ext cx="361669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Circle </a:t>
            </a:r>
            <a:r>
              <a:rPr lang="en-US" sz="3200" u="sng" dirty="0"/>
              <a:t>(attributes)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Radius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Diameter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Area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Perimeter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3F49CC-789D-9618-65F8-117D7326C0D9}"/>
              </a:ext>
            </a:extLst>
          </p:cNvPr>
          <p:cNvSpPr txBox="1"/>
          <p:nvPr/>
        </p:nvSpPr>
        <p:spPr>
          <a:xfrm>
            <a:off x="8153400" y="2991679"/>
            <a:ext cx="37160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Circle </a:t>
            </a:r>
            <a:r>
              <a:rPr lang="en-US" sz="3200" u="sng" dirty="0"/>
              <a:t>(behaviors)</a:t>
            </a:r>
          </a:p>
          <a:p>
            <a:pPr marL="285750" indent="-285750">
              <a:buFontTx/>
              <a:buChar char="-"/>
            </a:pPr>
            <a:r>
              <a:rPr lang="en-US" sz="2000" dirty="0" err="1"/>
              <a:t>getArea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 err="1"/>
              <a:t>getPerimeter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80257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2F959-784F-3B36-3C9E-68E0CF821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7A930-4A4D-B7D2-251B-780EB2EC1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9.2 Defining Classes for Objects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541B1D-BA69-B245-F22C-1D96D70A1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607" y="1262270"/>
            <a:ext cx="5869730" cy="533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374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23585-906A-5592-991B-8469C27C8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8F9B5-FA5F-A4CA-5C5D-CA60BF2E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9.2 Defining Classes for Objects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9E1996-660A-E459-39E3-9A0464658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732" y="2148815"/>
            <a:ext cx="7579111" cy="446070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81B3BD4-19C0-9D83-760E-3EF0CE51A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107" y="1262270"/>
            <a:ext cx="886570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"/>
              </a:rPr>
              <a:t>Unified Modeling Language (UML)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notation. This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notationis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called a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UML class diagram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simply a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 diagram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486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03F3E-7B85-AE43-1648-9A369F9E1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3F357-CE3C-1BD2-99DA-D515BC5C8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9.3 Defining Classes and Creating Objects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C7665C-3ABC-F516-EC0D-33A2B68C7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Classes are definitions for objects and objects are created from classes.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930CC6-2713-9CE3-1EA3-BDFA47C05F18}"/>
              </a:ext>
            </a:extLst>
          </p:cNvPr>
          <p:cNvSpPr txBox="1"/>
          <p:nvPr/>
        </p:nvSpPr>
        <p:spPr>
          <a:xfrm>
            <a:off x="987136" y="6248399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Circle.java TestCircle.java TestTV.java</a:t>
            </a:r>
          </a:p>
        </p:txBody>
      </p:sp>
    </p:spTree>
    <p:extLst>
      <p:ext uri="{BB962C8B-B14F-4D97-AF65-F5344CB8AC3E}">
        <p14:creationId xmlns:p14="http://schemas.microsoft.com/office/powerpoint/2010/main" val="3510344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81E8-75A2-C942-E504-14FA4E55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0B0D-5C88-7496-E02C-AED00DD0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9.4 Constructing Objects Using </a:t>
            </a:r>
            <a:r>
              <a:rPr lang="en-US" b="1" dirty="0">
                <a:solidFill>
                  <a:srgbClr val="FFFF00"/>
                </a:solidFill>
              </a:rPr>
              <a:t>Constructors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3F167C-CF96-925D-237B-A175C4B0F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constructor is invoked to create an object using the </a:t>
            </a:r>
            <a:r>
              <a:rPr lang="en-US" b="1" dirty="0">
                <a:solidFill>
                  <a:srgbClr val="FFFF00"/>
                </a:solidFill>
              </a:rPr>
              <a:t>new</a:t>
            </a:r>
            <a:r>
              <a:rPr lang="en-US" dirty="0"/>
              <a:t> operator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751A37-B6D8-AC27-2B33-CAC197653C7A}"/>
              </a:ext>
            </a:extLst>
          </p:cNvPr>
          <p:cNvSpPr txBox="1"/>
          <p:nvPr/>
        </p:nvSpPr>
        <p:spPr>
          <a:xfrm>
            <a:off x="1103311" y="2785330"/>
            <a:ext cx="9404723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A constructor with no parameters is referred to as a </a:t>
            </a:r>
            <a:r>
              <a:rPr lang="en-US" altLang="en-US" i="1" dirty="0">
                <a:cs typeface="Times New Roman" panose="02020603050405020304" pitchFamily="18" charset="0"/>
              </a:rPr>
              <a:t>no-</a:t>
            </a:r>
            <a:r>
              <a:rPr lang="en-US" altLang="en-US" i="1" dirty="0" err="1">
                <a:cs typeface="Times New Roman" panose="02020603050405020304" pitchFamily="18" charset="0"/>
              </a:rPr>
              <a:t>arg</a:t>
            </a:r>
            <a:r>
              <a:rPr lang="en-US" altLang="en-US" i="1" dirty="0">
                <a:cs typeface="Times New Roman" panose="02020603050405020304" pitchFamily="18" charset="0"/>
              </a:rPr>
              <a:t> constructor</a:t>
            </a:r>
            <a:r>
              <a:rPr lang="en-US" altLang="en-US" dirty="0">
                <a:cs typeface="Times New Roman" panose="02020603050405020304" pitchFamily="18" charset="0"/>
              </a:rPr>
              <a:t>.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·       Constructors must have the same name as the class itself.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·       Constructors do not have a return type—not even void.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·       Constructors are invoked using the new operator when an object is created. Constructors play the role of initializing objects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877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34B8B-6992-C874-4140-1B14D4544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73FA3-7371-05B3-A8C0-6DD9D07E9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9.4 Constructing Objects Using </a:t>
            </a:r>
            <a:r>
              <a:rPr lang="en-US" b="1" dirty="0">
                <a:solidFill>
                  <a:srgbClr val="FFFF00"/>
                </a:solidFill>
              </a:rPr>
              <a:t>Constructors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EA2FF0-F74B-D59E-9679-A5331F0FF0D4}"/>
              </a:ext>
            </a:extLst>
          </p:cNvPr>
          <p:cNvSpPr txBox="1"/>
          <p:nvPr/>
        </p:nvSpPr>
        <p:spPr>
          <a:xfrm>
            <a:off x="1104034" y="2260891"/>
            <a:ext cx="60942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sz="1800" dirty="0">
                <a:solidFill>
                  <a:srgbClr val="56A8F5"/>
                </a:solidFill>
                <a:effectLst/>
                <a:latin typeface="JetBrains Mono"/>
              </a:rPr>
              <a:t>Circle</a:t>
            </a: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() {</a:t>
            </a: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en-US" sz="1800" dirty="0">
                <a:solidFill>
                  <a:srgbClr val="56A8F5"/>
                </a:solidFill>
                <a:effectLst/>
                <a:latin typeface="JetBrains Mono"/>
              </a:rPr>
              <a:t>Circle</a:t>
            </a: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US" sz="1800" dirty="0">
                <a:solidFill>
                  <a:srgbClr val="CF8E6D"/>
                </a:solidFill>
                <a:effectLst/>
                <a:latin typeface="JetBrains Mono"/>
              </a:rPr>
              <a:t>double </a:t>
            </a: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radius) {</a:t>
            </a: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US" sz="1800" dirty="0" err="1">
                <a:solidFill>
                  <a:srgbClr val="CF8E6D"/>
                </a:solidFill>
                <a:effectLst/>
                <a:latin typeface="JetBrains Mono"/>
              </a:rPr>
              <a:t>this</a:t>
            </a:r>
            <a:r>
              <a:rPr lang="en-US" sz="1800" dirty="0" err="1"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lang="en-US" sz="1800" dirty="0" err="1">
                <a:solidFill>
                  <a:srgbClr val="C77DBB"/>
                </a:solidFill>
                <a:effectLst/>
                <a:latin typeface="JetBrains Mono"/>
              </a:rPr>
              <a:t>radius</a:t>
            </a:r>
            <a:r>
              <a:rPr lang="en-US" sz="1800" dirty="0"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= radius;</a:t>
            </a:r>
            <a:b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sz="1800" dirty="0">
                <a:solidFill>
                  <a:srgbClr val="BCBEC4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57CB9-2B08-8794-749F-90D67F5FB05A}"/>
              </a:ext>
            </a:extLst>
          </p:cNvPr>
          <p:cNvSpPr txBox="1"/>
          <p:nvPr/>
        </p:nvSpPr>
        <p:spPr>
          <a:xfrm>
            <a:off x="1104034" y="4754571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F8E6D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public void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A8F5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 {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CBEC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}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DE307B-3D02-196A-B2CC-194A09D628AD}"/>
              </a:ext>
            </a:extLst>
          </p:cNvPr>
          <p:cNvSpPr txBox="1"/>
          <p:nvPr/>
        </p:nvSpPr>
        <p:spPr>
          <a:xfrm>
            <a:off x="3275997" y="4802060"/>
            <a:ext cx="28200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</a:t>
            </a:r>
            <a:r>
              <a:rPr lang="en-US" b="1" dirty="0">
                <a:solidFill>
                  <a:srgbClr val="FFFF00"/>
                </a:solidFill>
              </a:rPr>
              <a:t>NOT</a:t>
            </a:r>
            <a:r>
              <a:rPr lang="en-US" dirty="0"/>
              <a:t> a </a:t>
            </a:r>
            <a:r>
              <a:rPr lang="en-US" dirty="0" err="1"/>
              <a:t>contructor</a:t>
            </a:r>
            <a:r>
              <a:rPr lang="en-US" dirty="0"/>
              <a:t>;</a:t>
            </a:r>
          </a:p>
          <a:p>
            <a:r>
              <a:rPr lang="en-US" dirty="0"/>
              <a:t>It is a method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647DBF-4999-C390-5374-6465745F3DE5}"/>
              </a:ext>
            </a:extLst>
          </p:cNvPr>
          <p:cNvSpPr txBox="1"/>
          <p:nvPr/>
        </p:nvSpPr>
        <p:spPr>
          <a:xfrm>
            <a:off x="5447434" y="2038924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A constructor is invoked to create an object using the </a:t>
            </a:r>
            <a:r>
              <a:rPr lang="en-US" b="1" dirty="0">
                <a:solidFill>
                  <a:srgbClr val="FFFF00"/>
                </a:solidFill>
              </a:rPr>
              <a:t>new</a:t>
            </a:r>
            <a:r>
              <a:rPr lang="en-US" dirty="0"/>
              <a:t> operator</a:t>
            </a:r>
          </a:p>
        </p:txBody>
      </p:sp>
    </p:spTree>
    <p:extLst>
      <p:ext uri="{BB962C8B-B14F-4D97-AF65-F5344CB8AC3E}">
        <p14:creationId xmlns:p14="http://schemas.microsoft.com/office/powerpoint/2010/main" val="274146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974C-BA91-1C23-097F-8AC72656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0F7B-D32C-6CC2-25E7-2A187F1A9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9.5 Accessing Objects via Reference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9C3EE-7E13-65EA-7F80-6BC383E3C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107914"/>
            <a:ext cx="8946541" cy="23977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An objects data and methods can be accessed through the dot(.) operator via the object's </a:t>
            </a:r>
            <a:r>
              <a:rPr lang="en-US" sz="2800" b="1" dirty="0">
                <a:solidFill>
                  <a:srgbClr val="FFFF00"/>
                </a:solidFill>
              </a:rPr>
              <a:t>reference variable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69018-34BE-E6F4-9A02-36699297AC12}"/>
              </a:ext>
            </a:extLst>
          </p:cNvPr>
          <p:cNvSpPr txBox="1"/>
          <p:nvPr/>
        </p:nvSpPr>
        <p:spPr>
          <a:xfrm>
            <a:off x="646111" y="5032509"/>
            <a:ext cx="4019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Double[] scores = </a:t>
            </a:r>
            <a:r>
              <a:rPr lang="en-US" b="1" dirty="0">
                <a:solidFill>
                  <a:srgbClr val="FFFF00"/>
                </a:solidFill>
              </a:rPr>
              <a:t>new</a:t>
            </a:r>
            <a:r>
              <a:rPr lang="en-US" dirty="0"/>
              <a:t> double[10];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E336F-EE1F-A2CE-79D2-D937E03EBED8}"/>
              </a:ext>
            </a:extLst>
          </p:cNvPr>
          <p:cNvSpPr txBox="1"/>
          <p:nvPr/>
        </p:nvSpPr>
        <p:spPr>
          <a:xfrm>
            <a:off x="646111" y="4057195"/>
            <a:ext cx="370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Scanner input = </a:t>
            </a:r>
            <a:r>
              <a:rPr lang="en-US" b="1" dirty="0">
                <a:solidFill>
                  <a:srgbClr val="FFFF00"/>
                </a:solidFill>
              </a:rPr>
              <a:t>new</a:t>
            </a:r>
            <a:r>
              <a:rPr lang="en-US" dirty="0"/>
              <a:t> Scanner();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041C68-FF32-90AB-AC28-84EB3EAA9943}"/>
              </a:ext>
            </a:extLst>
          </p:cNvPr>
          <p:cNvSpPr txBox="1"/>
          <p:nvPr/>
        </p:nvSpPr>
        <p:spPr>
          <a:xfrm>
            <a:off x="646111" y="5954551"/>
            <a:ext cx="3129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Circle </a:t>
            </a:r>
            <a:r>
              <a:rPr lang="en-US" dirty="0" err="1"/>
              <a:t>circle</a:t>
            </a:r>
            <a:r>
              <a:rPr lang="en-US" dirty="0"/>
              <a:t> = </a:t>
            </a:r>
            <a:r>
              <a:rPr lang="en-US" b="1" dirty="0">
                <a:solidFill>
                  <a:srgbClr val="FFFF00"/>
                </a:solidFill>
              </a:rPr>
              <a:t>new</a:t>
            </a:r>
            <a:r>
              <a:rPr lang="en-US" dirty="0"/>
              <a:t> Circle()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15C33C-0AE4-9BE9-8703-884FAE90F3CB}"/>
              </a:ext>
            </a:extLst>
          </p:cNvPr>
          <p:cNvSpPr txBox="1"/>
          <p:nvPr/>
        </p:nvSpPr>
        <p:spPr>
          <a:xfrm>
            <a:off x="6037491" y="4061935"/>
            <a:ext cx="1806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input.nextInt</a:t>
            </a:r>
            <a:r>
              <a:rPr lang="en-US" dirty="0"/>
              <a:t>();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94E9E9-BF76-E5ED-3E72-D9A6E1EC1DD5}"/>
              </a:ext>
            </a:extLst>
          </p:cNvPr>
          <p:cNvSpPr txBox="1"/>
          <p:nvPr/>
        </p:nvSpPr>
        <p:spPr>
          <a:xfrm>
            <a:off x="6037491" y="5015036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scores.length</a:t>
            </a:r>
            <a:r>
              <a:rPr lang="en-US" dirty="0"/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5EE807-AFB7-351C-7E0E-C0E1AE097497}"/>
              </a:ext>
            </a:extLst>
          </p:cNvPr>
          <p:cNvSpPr txBox="1"/>
          <p:nvPr/>
        </p:nvSpPr>
        <p:spPr>
          <a:xfrm>
            <a:off x="6037491" y="5893731"/>
            <a:ext cx="2064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circle.getArea</a:t>
            </a:r>
            <a:r>
              <a:rPr lang="en-US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88844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40E93-7061-0B5D-E51E-BFD9C4CE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1F249-646D-066E-84A6-100E6F73C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9.5 Accessing Objects via Reference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1DC3F-FB16-7C20-CA33-0DFCB219F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107914"/>
            <a:ext cx="8946541" cy="23977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An objects data and methods can be accessed through the dot(.) operator via the object's </a:t>
            </a:r>
            <a:r>
              <a:rPr lang="en-US" sz="2800" b="1" dirty="0">
                <a:solidFill>
                  <a:srgbClr val="FFFF00"/>
                </a:solidFill>
              </a:rPr>
              <a:t>reference variable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35BF1C-B325-22D2-9234-45C6E7FFA180}"/>
              </a:ext>
            </a:extLst>
          </p:cNvPr>
          <p:cNvSpPr txBox="1"/>
          <p:nvPr/>
        </p:nvSpPr>
        <p:spPr>
          <a:xfrm>
            <a:off x="646111" y="5032509"/>
            <a:ext cx="4019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Double[] scores = </a:t>
            </a:r>
            <a:r>
              <a:rPr lang="en-US" b="1" dirty="0">
                <a:solidFill>
                  <a:srgbClr val="FFFF00"/>
                </a:solidFill>
              </a:rPr>
              <a:t>new</a:t>
            </a:r>
            <a:r>
              <a:rPr lang="en-US" dirty="0"/>
              <a:t> double[10];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74CDC1-D431-5C11-04CF-D441684172EE}"/>
              </a:ext>
            </a:extLst>
          </p:cNvPr>
          <p:cNvSpPr txBox="1"/>
          <p:nvPr/>
        </p:nvSpPr>
        <p:spPr>
          <a:xfrm>
            <a:off x="646111" y="4057195"/>
            <a:ext cx="370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Scanner input = </a:t>
            </a:r>
            <a:r>
              <a:rPr lang="en-US" b="1" dirty="0">
                <a:solidFill>
                  <a:srgbClr val="FFFF00"/>
                </a:solidFill>
              </a:rPr>
              <a:t>new</a:t>
            </a:r>
            <a:r>
              <a:rPr lang="en-US" dirty="0"/>
              <a:t> Scanner();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94DC27-F587-65E0-DEE9-C9AC2CC0EEC4}"/>
              </a:ext>
            </a:extLst>
          </p:cNvPr>
          <p:cNvSpPr txBox="1"/>
          <p:nvPr/>
        </p:nvSpPr>
        <p:spPr>
          <a:xfrm>
            <a:off x="646111" y="5954551"/>
            <a:ext cx="3129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Circle </a:t>
            </a:r>
            <a:r>
              <a:rPr lang="en-US" dirty="0" err="1"/>
              <a:t>circle</a:t>
            </a:r>
            <a:r>
              <a:rPr lang="en-US" dirty="0"/>
              <a:t> = </a:t>
            </a:r>
            <a:r>
              <a:rPr lang="en-US" b="1" dirty="0">
                <a:solidFill>
                  <a:srgbClr val="FFFF00"/>
                </a:solidFill>
              </a:rPr>
              <a:t>new</a:t>
            </a:r>
            <a:r>
              <a:rPr lang="en-US" dirty="0"/>
              <a:t> Circle()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535F5A-125E-6D0B-C6C3-159134655DD1}"/>
              </a:ext>
            </a:extLst>
          </p:cNvPr>
          <p:cNvSpPr txBox="1"/>
          <p:nvPr/>
        </p:nvSpPr>
        <p:spPr>
          <a:xfrm>
            <a:off x="6037491" y="4061935"/>
            <a:ext cx="1806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input.nextInt</a:t>
            </a:r>
            <a:r>
              <a:rPr lang="en-US" dirty="0"/>
              <a:t>();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C1954B-7F7A-44D0-A675-86F2EB17EF5F}"/>
              </a:ext>
            </a:extLst>
          </p:cNvPr>
          <p:cNvSpPr txBox="1"/>
          <p:nvPr/>
        </p:nvSpPr>
        <p:spPr>
          <a:xfrm>
            <a:off x="6037491" y="5015036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scores.length</a:t>
            </a:r>
            <a:r>
              <a:rPr lang="en-US" dirty="0"/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5D57A9-F86C-983D-E87D-F87F000180F0}"/>
              </a:ext>
            </a:extLst>
          </p:cNvPr>
          <p:cNvSpPr txBox="1"/>
          <p:nvPr/>
        </p:nvSpPr>
        <p:spPr>
          <a:xfrm>
            <a:off x="6037491" y="5893731"/>
            <a:ext cx="2064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circle.getArea</a:t>
            </a:r>
            <a:r>
              <a:rPr lang="en-US" dirty="0"/>
              <a:t>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1ECED-25EA-CC5A-D483-E9AA0C5B98DA}"/>
              </a:ext>
            </a:extLst>
          </p:cNvPr>
          <p:cNvSpPr txBox="1"/>
          <p:nvPr/>
        </p:nvSpPr>
        <p:spPr>
          <a:xfrm>
            <a:off x="8102480" y="4057195"/>
            <a:ext cx="21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instance method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DBE4B7-48EE-5F43-24A2-34EEA7500EEB}"/>
              </a:ext>
            </a:extLst>
          </p:cNvPr>
          <p:cNvSpPr txBox="1"/>
          <p:nvPr/>
        </p:nvSpPr>
        <p:spPr>
          <a:xfrm>
            <a:off x="8086450" y="5049518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instance variable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5290D7-9558-9977-08B1-043600EA30A8}"/>
              </a:ext>
            </a:extLst>
          </p:cNvPr>
          <p:cNvSpPr txBox="1"/>
          <p:nvPr/>
        </p:nvSpPr>
        <p:spPr>
          <a:xfrm>
            <a:off x="6037491" y="6263063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circle.radius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E5098D-7B84-EF18-8AA2-C5CA724988B1}"/>
              </a:ext>
            </a:extLst>
          </p:cNvPr>
          <p:cNvSpPr txBox="1"/>
          <p:nvPr/>
        </p:nvSpPr>
        <p:spPr>
          <a:xfrm>
            <a:off x="8054196" y="5893731"/>
            <a:ext cx="21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instance method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284D2-8A91-EBD6-B979-C39ED2136472}"/>
              </a:ext>
            </a:extLst>
          </p:cNvPr>
          <p:cNvSpPr txBox="1"/>
          <p:nvPr/>
        </p:nvSpPr>
        <p:spPr>
          <a:xfrm>
            <a:off x="8054196" y="6270288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instance variable</a:t>
            </a:r>
          </a:p>
        </p:txBody>
      </p:sp>
    </p:spTree>
    <p:extLst>
      <p:ext uri="{BB962C8B-B14F-4D97-AF65-F5344CB8AC3E}">
        <p14:creationId xmlns:p14="http://schemas.microsoft.com/office/powerpoint/2010/main" val="524173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9EB2C-B1DA-09B3-12CB-E512EAA3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A30E6-656F-723D-C32F-49A919E5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9.5 Accessing Objects via Reference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D83B8-8DB3-74A4-8D07-06197F7C6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107914"/>
            <a:ext cx="8946541" cy="23977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If a data field of a reference type does not reference any object, the data field holds a special Java reserved value, </a:t>
            </a:r>
            <a:r>
              <a:rPr lang="en-US" sz="2800" b="1" dirty="0">
                <a:solidFill>
                  <a:srgbClr val="FFFF00"/>
                </a:solidFill>
              </a:rPr>
              <a:t>null</a:t>
            </a:r>
            <a:r>
              <a:rPr lang="en-US" sz="2800" dirty="0">
                <a:solidFill>
                  <a:schemeClr val="tx1">
                    <a:lumMod val="85000"/>
                  </a:schemeClr>
                </a:solidFill>
              </a:rPr>
              <a:t>.</a:t>
            </a:r>
            <a:endParaRPr lang="en-US" sz="2800" b="1" dirty="0">
              <a:solidFill>
                <a:srgbClr val="FFFF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B83914-5B81-F68F-0912-17F6C8B6D032}"/>
              </a:ext>
            </a:extLst>
          </p:cNvPr>
          <p:cNvSpPr txBox="1"/>
          <p:nvPr/>
        </p:nvSpPr>
        <p:spPr>
          <a:xfrm>
            <a:off x="1174173" y="6037118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Student.java</a:t>
            </a:r>
          </a:p>
        </p:txBody>
      </p:sp>
    </p:spTree>
    <p:extLst>
      <p:ext uri="{BB962C8B-B14F-4D97-AF65-F5344CB8AC3E}">
        <p14:creationId xmlns:p14="http://schemas.microsoft.com/office/powerpoint/2010/main" val="1845561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24C42-8EB6-6129-6FD0-D9DAA20BB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EDFE-0018-7317-B25A-618203312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9.5 Primitive Data Types vs. Reference Type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34ED09-8C94-3D68-770C-999D04ED7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i</a:t>
            </a:r>
            <a:r>
              <a:rPr lang="en-US" dirty="0"/>
              <a:t> = 7;</a:t>
            </a:r>
          </a:p>
          <a:p>
            <a:pPr marL="0" indent="0">
              <a:buNone/>
            </a:pPr>
            <a:r>
              <a:rPr lang="en-US" dirty="0"/>
              <a:t>int j = 9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 = j;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Circle c1 = new Circle();</a:t>
            </a:r>
          </a:p>
          <a:p>
            <a:pPr marL="0" indent="0">
              <a:buNone/>
            </a:pPr>
            <a:r>
              <a:rPr lang="en-US" dirty="0"/>
              <a:t>Circle c2 = new Circle();</a:t>
            </a:r>
          </a:p>
          <a:p>
            <a:pPr marL="0" indent="0">
              <a:buNone/>
            </a:pPr>
            <a:r>
              <a:rPr lang="en-US" dirty="0"/>
              <a:t>c1 = c2;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B0A51B0-FAD2-1EDA-E2E2-C65F442AB745}"/>
              </a:ext>
            </a:extLst>
          </p:cNvPr>
          <p:cNvSpPr/>
          <p:nvPr/>
        </p:nvSpPr>
        <p:spPr>
          <a:xfrm>
            <a:off x="7148945" y="3693458"/>
            <a:ext cx="924791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A706E4-E0F9-ECD1-5BE8-437B67DA714C}"/>
              </a:ext>
            </a:extLst>
          </p:cNvPr>
          <p:cNvSpPr/>
          <p:nvPr/>
        </p:nvSpPr>
        <p:spPr>
          <a:xfrm>
            <a:off x="7148945" y="5122718"/>
            <a:ext cx="924791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C444BE-049F-6B6F-44B2-42EDCF8B7631}"/>
              </a:ext>
            </a:extLst>
          </p:cNvPr>
          <p:cNvSpPr txBox="1"/>
          <p:nvPr/>
        </p:nvSpPr>
        <p:spPr>
          <a:xfrm>
            <a:off x="5455228" y="3965992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FE4F04-AFF3-67E8-27FB-B76BC3D4C112}"/>
              </a:ext>
            </a:extLst>
          </p:cNvPr>
          <p:cNvSpPr txBox="1"/>
          <p:nvPr/>
        </p:nvSpPr>
        <p:spPr>
          <a:xfrm>
            <a:off x="5455228" y="5395252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27EEAA-D327-6135-7DD7-181A40F9A8F5}"/>
              </a:ext>
            </a:extLst>
          </p:cNvPr>
          <p:cNvCxnSpPr>
            <a:cxnSpLocks/>
            <a:stCxn id="9" idx="3"/>
            <a:endCxn id="7" idx="2"/>
          </p:cNvCxnSpPr>
          <p:nvPr/>
        </p:nvCxnSpPr>
        <p:spPr>
          <a:xfrm>
            <a:off x="5917214" y="4150658"/>
            <a:ext cx="1231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BBCD64-0F6A-7709-0700-16EA1C201191}"/>
              </a:ext>
            </a:extLst>
          </p:cNvPr>
          <p:cNvCxnSpPr>
            <a:cxnSpLocks/>
          </p:cNvCxnSpPr>
          <p:nvPr/>
        </p:nvCxnSpPr>
        <p:spPr>
          <a:xfrm>
            <a:off x="5917214" y="5579918"/>
            <a:ext cx="1231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6C2164-B1A4-8EBB-F261-8CACE24BC367}"/>
              </a:ext>
            </a:extLst>
          </p:cNvPr>
          <p:cNvCxnSpPr/>
          <p:nvPr/>
        </p:nvCxnSpPr>
        <p:spPr>
          <a:xfrm>
            <a:off x="5917214" y="4335324"/>
            <a:ext cx="1231731" cy="974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64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681DD-D3A6-ADCD-8059-85238F031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15BA5-E027-C62E-39FE-01B102532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9.6 Using Classes from the Java Library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726559-CCBE-6805-C646-47BE7BD8F6A6}"/>
              </a:ext>
            </a:extLst>
          </p:cNvPr>
          <p:cNvSpPr txBox="1"/>
          <p:nvPr/>
        </p:nvSpPr>
        <p:spPr>
          <a:xfrm>
            <a:off x="2514600" y="2753591"/>
            <a:ext cx="620073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LocalDate</a:t>
            </a:r>
            <a:r>
              <a:rPr lang="en-US" sz="2000" b="1" dirty="0"/>
              <a:t> vs. Date</a:t>
            </a:r>
          </a:p>
          <a:p>
            <a:r>
              <a:rPr lang="en-US" dirty="0" err="1"/>
              <a:t>LocalDate</a:t>
            </a:r>
            <a:r>
              <a:rPr lang="en-US" dirty="0"/>
              <a:t> is the modernized version of the Date utility</a:t>
            </a:r>
          </a:p>
          <a:p>
            <a:endParaRPr lang="en-US" dirty="0"/>
          </a:p>
          <a:p>
            <a:r>
              <a:rPr lang="en-US" sz="2000" b="1" dirty="0" err="1"/>
              <a:t>Math.random</a:t>
            </a:r>
            <a:r>
              <a:rPr lang="en-US" sz="2000" b="1" dirty="0"/>
              <a:t>() vs </a:t>
            </a:r>
            <a:r>
              <a:rPr lang="en-US" sz="2000" b="1" dirty="0" err="1"/>
              <a:t>java.util.Random</a:t>
            </a:r>
            <a:endParaRPr lang="en-US" sz="2000" b="1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C2B84A9-4F15-8BC3-D693-7E109A406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382173"/>
              </p:ext>
            </p:extLst>
          </p:nvPr>
        </p:nvGraphicFramePr>
        <p:xfrm>
          <a:off x="2490972" y="4055148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972545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48100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Math.random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Java.util.Random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921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Double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Int, double, long, float, </a:t>
                      </a:r>
                      <a:r>
                        <a:rPr lang="en-US" dirty="0" err="1"/>
                        <a:t>boolean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187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Manual 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Built-Ins (</a:t>
                      </a:r>
                      <a:r>
                        <a:rPr lang="en-US" dirty="0" err="1"/>
                        <a:t>nextInt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481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Instance based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646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49194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8FFB546-0800-39E3-7F93-A5310C340835}"/>
              </a:ext>
            </a:extLst>
          </p:cNvPr>
          <p:cNvSpPr txBox="1"/>
          <p:nvPr/>
        </p:nvSpPr>
        <p:spPr>
          <a:xfrm>
            <a:off x="148664" y="6405282"/>
            <a:ext cx="2342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JavaDateObjs.java</a:t>
            </a:r>
          </a:p>
        </p:txBody>
      </p:sp>
    </p:spTree>
    <p:extLst>
      <p:ext uri="{BB962C8B-B14F-4D97-AF65-F5344CB8AC3E}">
        <p14:creationId xmlns:p14="http://schemas.microsoft.com/office/powerpoint/2010/main" val="3199825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0182D-D202-019E-D84D-9AFFC16ED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B3EEA-C918-DBE3-7629-1FF3E3829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9.7 Static Variables, Constants, and Methods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5D3A5A-97F5-7417-1399-AEA2E0630FE2}"/>
              </a:ext>
            </a:extLst>
          </p:cNvPr>
          <p:cNvSpPr txBox="1"/>
          <p:nvPr/>
        </p:nvSpPr>
        <p:spPr>
          <a:xfrm>
            <a:off x="2133804" y="1722740"/>
            <a:ext cx="71764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</a:rPr>
              <a:t>A static variable </a:t>
            </a:r>
            <a:r>
              <a:rPr lang="en-US" sz="2000" b="1" dirty="0"/>
              <a:t>is shared by all objects of a class. A </a:t>
            </a:r>
            <a:r>
              <a:rPr lang="en-US" sz="2000" b="1" dirty="0">
                <a:solidFill>
                  <a:srgbClr val="FFFF00"/>
                </a:solidFill>
              </a:rPr>
              <a:t>static method </a:t>
            </a:r>
            <a:r>
              <a:rPr lang="en-US" sz="2000" b="1" u="sng" dirty="0">
                <a:solidFill>
                  <a:srgbClr val="FFFF00"/>
                </a:solidFill>
              </a:rPr>
              <a:t>cannot</a:t>
            </a:r>
            <a:r>
              <a:rPr lang="en-US" sz="2000" b="1" dirty="0"/>
              <a:t> access instance members of a class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DCCC43-9F4C-D11C-0080-85B170A30F27}"/>
              </a:ext>
            </a:extLst>
          </p:cNvPr>
          <p:cNvSpPr txBox="1"/>
          <p:nvPr/>
        </p:nvSpPr>
        <p:spPr>
          <a:xfrm>
            <a:off x="121715" y="6082116"/>
            <a:ext cx="2012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TestCircle.java</a:t>
            </a:r>
          </a:p>
          <a:p>
            <a:r>
              <a:rPr lang="en-US" dirty="0"/>
              <a:t>StaticCircle.java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8BE357-4E18-3321-EF0F-AC565BF42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822" y="2738403"/>
            <a:ext cx="6355463" cy="384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739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B3C5B-3232-BDCA-F8E4-959C2590C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14799-44C8-0F38-5821-C456AFB06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9.8 Visibility Modifiers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EAFD59-71DF-8B7B-1685-727214D360E8}"/>
              </a:ext>
            </a:extLst>
          </p:cNvPr>
          <p:cNvSpPr txBox="1"/>
          <p:nvPr/>
        </p:nvSpPr>
        <p:spPr>
          <a:xfrm>
            <a:off x="2133804" y="1722740"/>
            <a:ext cx="71764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</a:rPr>
              <a:t>Visibility Modifiers </a:t>
            </a:r>
            <a:r>
              <a:rPr lang="en-US" sz="2000" dirty="0"/>
              <a:t>can be used to specify the visibility of a class and its members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C57800-C02A-FB6E-19C3-D35AC0252B63}"/>
              </a:ext>
            </a:extLst>
          </p:cNvPr>
          <p:cNvSpPr txBox="1"/>
          <p:nvPr/>
        </p:nvSpPr>
        <p:spPr>
          <a:xfrm>
            <a:off x="1978972" y="3396323"/>
            <a:ext cx="897304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No Visibility </a:t>
            </a:r>
            <a:r>
              <a:rPr lang="en-US" sz="3200" dirty="0"/>
              <a:t>– package level access</a:t>
            </a:r>
          </a:p>
          <a:p>
            <a:r>
              <a:rPr lang="en-US" sz="3200" b="1" dirty="0"/>
              <a:t>Public</a:t>
            </a:r>
            <a:r>
              <a:rPr lang="en-US" sz="3200" dirty="0"/>
              <a:t> – visibility from any other class</a:t>
            </a:r>
          </a:p>
          <a:p>
            <a:r>
              <a:rPr lang="en-US" sz="3200" b="1" dirty="0"/>
              <a:t>Private</a:t>
            </a:r>
            <a:r>
              <a:rPr lang="en-US" sz="3200" dirty="0"/>
              <a:t> – visibility of fields and methods from within its own class</a:t>
            </a:r>
          </a:p>
          <a:p>
            <a:r>
              <a:rPr lang="en-US" sz="3200" b="1" dirty="0"/>
              <a:t>Protected</a:t>
            </a:r>
            <a:r>
              <a:rPr lang="en-US" sz="3200" dirty="0"/>
              <a:t> – Chapter 11</a:t>
            </a:r>
          </a:p>
        </p:txBody>
      </p:sp>
    </p:spTree>
    <p:extLst>
      <p:ext uri="{BB962C8B-B14F-4D97-AF65-F5344CB8AC3E}">
        <p14:creationId xmlns:p14="http://schemas.microsoft.com/office/powerpoint/2010/main" val="4256274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54635-981B-2235-3C8F-524F0D5C5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06C63-440D-88D8-DE8C-D029EF456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9.9 Data Field </a:t>
            </a:r>
            <a:r>
              <a:rPr lang="en-US" dirty="0">
                <a:solidFill>
                  <a:srgbClr val="FFFF00"/>
                </a:solidFill>
              </a:rPr>
              <a:t>Encapsulation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F7DDAA-91C3-6303-ABB2-DF1E665184A1}"/>
              </a:ext>
            </a:extLst>
          </p:cNvPr>
          <p:cNvSpPr txBox="1"/>
          <p:nvPr/>
        </p:nvSpPr>
        <p:spPr>
          <a:xfrm>
            <a:off x="2133804" y="1722740"/>
            <a:ext cx="71764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Making data fields </a:t>
            </a:r>
            <a:r>
              <a:rPr lang="en-US" sz="2000" b="1" dirty="0">
                <a:solidFill>
                  <a:srgbClr val="FFFF00"/>
                </a:solidFill>
              </a:rPr>
              <a:t>private</a:t>
            </a:r>
            <a:r>
              <a:rPr lang="en-US" sz="2000" dirty="0"/>
              <a:t> protects data and makes the class easy to maintain</a:t>
            </a:r>
            <a:r>
              <a:rPr lang="en-US" sz="2000" dirty="0">
                <a:solidFill>
                  <a:srgbClr val="FFFF00"/>
                </a:solidFill>
              </a:rPr>
              <a:t>.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BD1EA-AB77-6CF3-A3C2-23EE70D0CF15}"/>
              </a:ext>
            </a:extLst>
          </p:cNvPr>
          <p:cNvSpPr txBox="1"/>
          <p:nvPr/>
        </p:nvSpPr>
        <p:spPr>
          <a:xfrm>
            <a:off x="1978972" y="3396323"/>
            <a:ext cx="8973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Refactor Circle.java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98455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546DA-A185-B348-20C9-A3067E651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DABCA-4819-1781-A665-865595E6C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9.10 Passing Objects to Method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49FDC2-5A77-5DD8-2038-FE4AFA2E8833}"/>
              </a:ext>
            </a:extLst>
          </p:cNvPr>
          <p:cNvSpPr txBox="1"/>
          <p:nvPr/>
        </p:nvSpPr>
        <p:spPr>
          <a:xfrm>
            <a:off x="2133804" y="1722740"/>
            <a:ext cx="71764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Passing an object to a method is to </a:t>
            </a:r>
            <a:r>
              <a:rPr lang="en-US" sz="2000" dirty="0">
                <a:solidFill>
                  <a:srgbClr val="FFFF00"/>
                </a:solidFill>
              </a:rPr>
              <a:t>pass the reference </a:t>
            </a:r>
            <a:r>
              <a:rPr lang="en-US" sz="2000" dirty="0"/>
              <a:t>to the object.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605F99-0949-B8DD-A565-BFD267B4ACF8}"/>
              </a:ext>
            </a:extLst>
          </p:cNvPr>
          <p:cNvSpPr txBox="1"/>
          <p:nvPr/>
        </p:nvSpPr>
        <p:spPr>
          <a:xfrm>
            <a:off x="1978972" y="3396323"/>
            <a:ext cx="8973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Refactor Circle.java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46189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18235-6A4C-A8F3-9F57-0B79B8B4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30C9-1572-A90D-6A83-F1DA1BD52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9.11 Array of Objects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0A2D6A-391E-622C-EF3A-32B43788919E}"/>
              </a:ext>
            </a:extLst>
          </p:cNvPr>
          <p:cNvSpPr txBox="1"/>
          <p:nvPr/>
        </p:nvSpPr>
        <p:spPr>
          <a:xfrm>
            <a:off x="2133804" y="1722740"/>
            <a:ext cx="71764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 array can hold </a:t>
            </a:r>
            <a:r>
              <a:rPr lang="en-US" sz="2000" b="1" dirty="0">
                <a:solidFill>
                  <a:srgbClr val="FFFF00"/>
                </a:solidFill>
              </a:rPr>
              <a:t>objects</a:t>
            </a:r>
            <a:r>
              <a:rPr lang="en-US" sz="2000" dirty="0"/>
              <a:t> as well as primitive-type values.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4209F1-C2CD-B5A4-4F80-E6DA5C387400}"/>
              </a:ext>
            </a:extLst>
          </p:cNvPr>
          <p:cNvSpPr txBox="1"/>
          <p:nvPr/>
        </p:nvSpPr>
        <p:spPr>
          <a:xfrm>
            <a:off x="2279276" y="3411712"/>
            <a:ext cx="71764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For(int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=0;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</a:rPr>
              <a:t>circleArray.length</a:t>
            </a:r>
            <a:r>
              <a:rPr lang="en-US" sz="2000" dirty="0">
                <a:latin typeface="Consolas" panose="020B0609020204030204" pitchFamily="49" charset="0"/>
              </a:rPr>
              <a:t> ; 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++){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</a:rPr>
              <a:t>circleArray</a:t>
            </a:r>
            <a:r>
              <a:rPr lang="en-US" sz="2000" dirty="0">
                <a:latin typeface="Consolas" panose="020B0609020204030204" pitchFamily="49" charset="0"/>
              </a:rPr>
              <a:t>[</a:t>
            </a:r>
            <a:r>
              <a:rPr lang="en-US" sz="2000" dirty="0" err="1">
                <a:latin typeface="Consolas" panose="020B0609020204030204" pitchFamily="49" charset="0"/>
              </a:rPr>
              <a:t>i</a:t>
            </a:r>
            <a:r>
              <a:rPr lang="en-US" sz="2000" dirty="0">
                <a:latin typeface="Consolas" panose="020B0609020204030204" pitchFamily="49" charset="0"/>
              </a:rPr>
              <a:t>] = new Circle();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4D63E-3E68-8D52-3767-980384729611}"/>
              </a:ext>
            </a:extLst>
          </p:cNvPr>
          <p:cNvSpPr txBox="1"/>
          <p:nvPr/>
        </p:nvSpPr>
        <p:spPr>
          <a:xfrm>
            <a:off x="2133804" y="2591869"/>
            <a:ext cx="7176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Circle[] </a:t>
            </a:r>
            <a:r>
              <a:rPr lang="en-US" sz="2000" dirty="0" err="1">
                <a:latin typeface="Consolas" panose="020B0609020204030204" pitchFamily="49" charset="0"/>
              </a:rPr>
              <a:t>circleArray</a:t>
            </a:r>
            <a:r>
              <a:rPr lang="en-US" sz="2000" dirty="0">
                <a:latin typeface="Consolas" panose="020B0609020204030204" pitchFamily="49" charset="0"/>
              </a:rPr>
              <a:t> = new Circle[10];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63736D-189E-44F6-AEDB-92270259DC5E}"/>
              </a:ext>
            </a:extLst>
          </p:cNvPr>
          <p:cNvSpPr txBox="1"/>
          <p:nvPr/>
        </p:nvSpPr>
        <p:spPr>
          <a:xfrm>
            <a:off x="761134" y="5821279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BCBEC4"/>
                </a:solidFill>
                <a:effectLst/>
                <a:latin typeface="JetBrains Mono"/>
              </a:rPr>
              <a:t>TotalArea.java</a:t>
            </a:r>
          </a:p>
        </p:txBody>
      </p:sp>
    </p:spTree>
    <p:extLst>
      <p:ext uri="{BB962C8B-B14F-4D97-AF65-F5344CB8AC3E}">
        <p14:creationId xmlns:p14="http://schemas.microsoft.com/office/powerpoint/2010/main" val="230486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2A5B1-377E-989A-C1DA-665DCFC9A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957EA-E75F-9911-C685-2DE4A304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9.12 Immutable Objects and Classes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4C5E9A-9BAB-4FB9-3A3A-28677DD9E2ED}"/>
              </a:ext>
            </a:extLst>
          </p:cNvPr>
          <p:cNvSpPr txBox="1"/>
          <p:nvPr/>
        </p:nvSpPr>
        <p:spPr>
          <a:xfrm>
            <a:off x="2133804" y="1722740"/>
            <a:ext cx="71764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You can define </a:t>
            </a:r>
            <a:r>
              <a:rPr lang="en-US" sz="2000" b="1" dirty="0"/>
              <a:t>immutable</a:t>
            </a:r>
            <a:r>
              <a:rPr lang="en-US" sz="2000" dirty="0"/>
              <a:t> classes to create immutable objects. The contents of </a:t>
            </a:r>
            <a:r>
              <a:rPr lang="en-US" sz="2000" b="1" dirty="0"/>
              <a:t>immutable objects cannot change.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3F2427-FF11-B97B-5C8B-19C6738C99FD}"/>
              </a:ext>
            </a:extLst>
          </p:cNvPr>
          <p:cNvSpPr txBox="1"/>
          <p:nvPr/>
        </p:nvSpPr>
        <p:spPr>
          <a:xfrm>
            <a:off x="771525" y="5821279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BCBEC4"/>
                </a:solidFill>
                <a:effectLst/>
                <a:latin typeface="JetBrains Mono"/>
              </a:rPr>
              <a:t>Istudent.java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E06D6C-967E-BC13-DA5E-0432C2AA0DB8}"/>
              </a:ext>
            </a:extLst>
          </p:cNvPr>
          <p:cNvSpPr txBox="1"/>
          <p:nvPr/>
        </p:nvSpPr>
        <p:spPr>
          <a:xfrm>
            <a:off x="2133804" y="3196268"/>
            <a:ext cx="5915402" cy="1667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Class fields are marked private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No setter method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initialization happens within the constructor</a:t>
            </a:r>
          </a:p>
        </p:txBody>
      </p:sp>
    </p:spTree>
    <p:extLst>
      <p:ext uri="{BB962C8B-B14F-4D97-AF65-F5344CB8AC3E}">
        <p14:creationId xmlns:p14="http://schemas.microsoft.com/office/powerpoint/2010/main" val="1074630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F52D-879C-1611-84BC-0EFABAEAE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9E522-A2A4-6520-01F6-197E76CB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9.13 Variable Scope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5E252-D625-BC87-FE60-14B93F289D93}"/>
              </a:ext>
            </a:extLst>
          </p:cNvPr>
          <p:cNvSpPr txBox="1"/>
          <p:nvPr/>
        </p:nvSpPr>
        <p:spPr>
          <a:xfrm>
            <a:off x="2133804" y="1722740"/>
            <a:ext cx="71764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scope of instance and static variable is the entire class, regardless of where the variables are declared.</a:t>
            </a:r>
            <a:endParaRPr lang="en-US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8B5704-FD3D-E42D-C2C3-F5F4D36F43BF}"/>
              </a:ext>
            </a:extLst>
          </p:cNvPr>
          <p:cNvSpPr txBox="1"/>
          <p:nvPr/>
        </p:nvSpPr>
        <p:spPr>
          <a:xfrm>
            <a:off x="2133804" y="3127664"/>
            <a:ext cx="7273145" cy="16670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Declare data fields and methods first by convention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Local variable can have the same name as a class variable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Local variable reference takes precedence (variable hiding)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D3BC4B-9EE7-5CAC-609F-954B7FEFC856}"/>
              </a:ext>
            </a:extLst>
          </p:cNvPr>
          <p:cNvSpPr txBox="1"/>
          <p:nvPr/>
        </p:nvSpPr>
        <p:spPr>
          <a:xfrm>
            <a:off x="1693718" y="5964382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F.java</a:t>
            </a:r>
          </a:p>
        </p:txBody>
      </p:sp>
    </p:spTree>
    <p:extLst>
      <p:ext uri="{BB962C8B-B14F-4D97-AF65-F5344CB8AC3E}">
        <p14:creationId xmlns:p14="http://schemas.microsoft.com/office/powerpoint/2010/main" val="1533561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79304-2C12-97D6-9890-75E0EAC11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A714-9A15-6FAE-D034-313B853F5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9.14 The </a:t>
            </a:r>
            <a:r>
              <a:rPr lang="en-US" b="1" dirty="0">
                <a:solidFill>
                  <a:srgbClr val="FFFF00"/>
                </a:solidFill>
              </a:rPr>
              <a:t>this</a:t>
            </a:r>
            <a:r>
              <a:rPr lang="en-US" dirty="0"/>
              <a:t> Reference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24C3CB-F850-4ED9-0CDE-45DB874DD970}"/>
              </a:ext>
            </a:extLst>
          </p:cNvPr>
          <p:cNvSpPr txBox="1"/>
          <p:nvPr/>
        </p:nvSpPr>
        <p:spPr>
          <a:xfrm>
            <a:off x="2133804" y="1722740"/>
            <a:ext cx="71764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keyword </a:t>
            </a:r>
            <a:r>
              <a:rPr lang="en-US" sz="2000" b="1" dirty="0">
                <a:solidFill>
                  <a:srgbClr val="FFFF00"/>
                </a:solidFill>
              </a:rPr>
              <a:t>this</a:t>
            </a:r>
            <a:r>
              <a:rPr lang="en-US" sz="2000" dirty="0"/>
              <a:t> refers to the calling object. It can be used inside a constructor to invoke another constructor of the same class</a:t>
            </a:r>
            <a:endParaRPr 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A738CF-1C2A-9EA3-F64A-12019B029EAF}"/>
              </a:ext>
            </a:extLst>
          </p:cNvPr>
          <p:cNvSpPr txBox="1"/>
          <p:nvPr/>
        </p:nvSpPr>
        <p:spPr>
          <a:xfrm>
            <a:off x="2133804" y="3196268"/>
            <a:ext cx="8404865" cy="2775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can be used to reference and objects instance members in a class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Needed to reference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</a:rPr>
              <a:t>data fields hidden by a method or constructor parameter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</a:rPr>
              <a:t>Invoke overloaded constructors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033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37FEF-9C16-9F90-5153-9B2C5AAAE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1D8F9-1621-B15A-FB4B-670572BD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9.14 The </a:t>
            </a:r>
            <a:r>
              <a:rPr lang="en-US" b="1" dirty="0">
                <a:solidFill>
                  <a:srgbClr val="FFFF00"/>
                </a:solidFill>
              </a:rPr>
              <a:t>this</a:t>
            </a:r>
            <a:r>
              <a:rPr lang="en-US" dirty="0"/>
              <a:t> Reference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1B299-2D54-2EB0-BD40-A6B27F8EC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257" y="2309532"/>
            <a:ext cx="8020050" cy="4095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D839A1-F61D-6779-2238-67D5DF566799}"/>
              </a:ext>
            </a:extLst>
          </p:cNvPr>
          <p:cNvSpPr txBox="1"/>
          <p:nvPr/>
        </p:nvSpPr>
        <p:spPr>
          <a:xfrm>
            <a:off x="3460172" y="1524291"/>
            <a:ext cx="5577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Referencing hidden data fields</a:t>
            </a:r>
          </a:p>
        </p:txBody>
      </p:sp>
    </p:spTree>
    <p:extLst>
      <p:ext uri="{BB962C8B-B14F-4D97-AF65-F5344CB8AC3E}">
        <p14:creationId xmlns:p14="http://schemas.microsoft.com/office/powerpoint/2010/main" val="4075130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E01B1-0A9E-DF87-3B49-6DE9C7B54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CF136-EB7A-549E-5A54-73278655C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9552"/>
          </a:xfrm>
        </p:spPr>
        <p:txBody>
          <a:bodyPr/>
          <a:lstStyle/>
          <a:p>
            <a:r>
              <a:rPr lang="en-US" dirty="0"/>
              <a:t>9.14 The </a:t>
            </a:r>
            <a:r>
              <a:rPr lang="en-US" b="1" dirty="0">
                <a:solidFill>
                  <a:srgbClr val="FFFF00"/>
                </a:solidFill>
              </a:rPr>
              <a:t>this</a:t>
            </a:r>
            <a:r>
              <a:rPr lang="en-US" dirty="0"/>
              <a:t> Reference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D14039-3B69-B20E-CCC2-7FFD99601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257" y="2309532"/>
            <a:ext cx="8020050" cy="4095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AF3FDD-8F52-BC26-7844-8650FCB04B31}"/>
              </a:ext>
            </a:extLst>
          </p:cNvPr>
          <p:cNvSpPr txBox="1"/>
          <p:nvPr/>
        </p:nvSpPr>
        <p:spPr>
          <a:xfrm>
            <a:off x="2452253" y="1524291"/>
            <a:ext cx="67104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Invoking other constructors(Chaining)</a:t>
            </a:r>
          </a:p>
        </p:txBody>
      </p:sp>
    </p:spTree>
    <p:extLst>
      <p:ext uri="{BB962C8B-B14F-4D97-AF65-F5344CB8AC3E}">
        <p14:creationId xmlns:p14="http://schemas.microsoft.com/office/powerpoint/2010/main" val="1679448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3AD3-8F0C-5F85-7E01-E147551E0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Lab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FCA746-2CBF-E12B-39F3-398C91A54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9961" y="76078"/>
            <a:ext cx="5679852" cy="4195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3A7AC7-5C9F-302A-D5A5-4CCD553D6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962" y="4271840"/>
            <a:ext cx="5679852" cy="268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438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A7C7559C5F5646811A04B835F0A55E" ma:contentTypeVersion="8" ma:contentTypeDescription="Create a new document." ma:contentTypeScope="" ma:versionID="ab5794de7671f36f9af590cd60528b57">
  <xsd:schema xmlns:xsd="http://www.w3.org/2001/XMLSchema" xmlns:xs="http://www.w3.org/2001/XMLSchema" xmlns:p="http://schemas.microsoft.com/office/2006/metadata/properties" xmlns:ns3="15581464-e061-4b9c-8f54-4afddfb39516" targetNamespace="http://schemas.microsoft.com/office/2006/metadata/properties" ma:root="true" ma:fieldsID="51cb98cea5eb4d29c301211dcea5566f" ns3:_="">
    <xsd:import namespace="15581464-e061-4b9c-8f54-4afddfb3951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81464-e061-4b9c-8f54-4afddfb3951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31D920-E793-4497-B43B-C2491E1EAA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81464-e061-4b9c-8f54-4afddfb395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8C88F1-1664-415F-AFCE-F6CF45809817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15581464-e061-4b9c-8f54-4afddfb39516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 design</Template>
  <TotalTime>11626</TotalTime>
  <Words>1363</Words>
  <Application>Microsoft Office PowerPoint</Application>
  <PresentationFormat>Widescreen</PresentationFormat>
  <Paragraphs>203</Paragraphs>
  <Slides>27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Century Gothic</vt:lpstr>
      <vt:lpstr>Consolas</vt:lpstr>
      <vt:lpstr>JetBrains Mono</vt:lpstr>
      <vt:lpstr>Times New Roman</vt:lpstr>
      <vt:lpstr>Wingdings</vt:lpstr>
      <vt:lpstr>Wingdings 3</vt:lpstr>
      <vt:lpstr>Ion</vt:lpstr>
      <vt:lpstr>Java Programming I</vt:lpstr>
      <vt:lpstr>Objectives</vt:lpstr>
      <vt:lpstr>Objectives - Cont</vt:lpstr>
      <vt:lpstr>9.1 Introduction to OOP</vt:lpstr>
      <vt:lpstr>9.2 Defining Classes for Objects</vt:lpstr>
      <vt:lpstr>9.2 Defining Classes for Objects</vt:lpstr>
      <vt:lpstr>9.2 Defining Classes for Objects</vt:lpstr>
      <vt:lpstr>9.2 Defining Classes for Objects</vt:lpstr>
      <vt:lpstr>9.3 Defining Classes and Creating Objects</vt:lpstr>
      <vt:lpstr>9.4 Constructing Objects Using Constructors</vt:lpstr>
      <vt:lpstr>9.4 Constructing Objects Using Constructors</vt:lpstr>
      <vt:lpstr>9.5 Accessing Objects via Reference Variables</vt:lpstr>
      <vt:lpstr>9.5 Accessing Objects via Reference Variables</vt:lpstr>
      <vt:lpstr>9.5 Accessing Objects via Reference Variables</vt:lpstr>
      <vt:lpstr>9.5 Primitive Data Types vs. Reference Type</vt:lpstr>
      <vt:lpstr>9.6 Using Classes from the Java Library</vt:lpstr>
      <vt:lpstr>9.7 Static Variables, Constants, and Methods</vt:lpstr>
      <vt:lpstr>9.8 Visibility Modifiers</vt:lpstr>
      <vt:lpstr>9.9 Data Field Encapsulation</vt:lpstr>
      <vt:lpstr>9.10 Passing Objects to Method</vt:lpstr>
      <vt:lpstr>9.11 Array of Objects</vt:lpstr>
      <vt:lpstr>9.12 Immutable Objects and Classes</vt:lpstr>
      <vt:lpstr>9.13 Variable Scope</vt:lpstr>
      <vt:lpstr>9.14 The this Reference</vt:lpstr>
      <vt:lpstr>9.14 The this Reference</vt:lpstr>
      <vt:lpstr>9.14 The this Reference</vt:lpstr>
      <vt:lpstr>Class 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Dobbs</dc:creator>
  <cp:lastModifiedBy>Eric Dobbs</cp:lastModifiedBy>
  <cp:revision>8</cp:revision>
  <dcterms:created xsi:type="dcterms:W3CDTF">2026-01-21T15:38:42Z</dcterms:created>
  <dcterms:modified xsi:type="dcterms:W3CDTF">2026-04-02T16:59:23Z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0x01010098A7C7559C5F5646811A04B835F0A55E</vt:lpwstr>
  </property>
</Properties>
</file>
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5"/>
  </p:notesMasterIdLst>
  <p:handoutMasterIdLst>
    <p:handoutMasterId r:id="rId26"/>
  </p:handoutMasterIdLst>
  <p:sldIdLst>
    <p:sldId id="256" r:id="rId5"/>
    <p:sldId id="352" r:id="rId6"/>
    <p:sldId id="257" r:id="rId7"/>
    <p:sldId id="258" r:id="rId8"/>
    <p:sldId id="407" r:id="rId9"/>
    <p:sldId id="409" r:id="rId10"/>
    <p:sldId id="410" r:id="rId11"/>
    <p:sldId id="408" r:id="rId12"/>
    <p:sldId id="406" r:id="rId13"/>
    <p:sldId id="411" r:id="rId14"/>
    <p:sldId id="412" r:id="rId15"/>
    <p:sldId id="350" r:id="rId16"/>
    <p:sldId id="365" r:id="rId17"/>
    <p:sldId id="413" r:id="rId18"/>
    <p:sldId id="363" r:id="rId19"/>
    <p:sldId id="414" r:id="rId20"/>
    <p:sldId id="394" r:id="rId21"/>
    <p:sldId id="405" r:id="rId22"/>
    <p:sldId id="344" r:id="rId23"/>
    <p:sldId id="41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ACD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ABA0AA-8266-4A8A-86B0-7AF136515B3A}" v="69" dt="2026-02-12T20:34:14.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927" autoAdjust="0"/>
  </p:normalViewPr>
  <p:slideViewPr>
    <p:cSldViewPr snapToGrid="0">
      <p:cViewPr varScale="1">
        <p:scale>
          <a:sx n="77" d="100"/>
          <a:sy n="77" d="100"/>
        </p:scale>
        <p:origin x="149" y="283"/>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Dobbs" userId="c3e04ad9674fc5b2" providerId="LiveId" clId="{44D212E8-3274-465A-869D-9E6009D3334A}"/>
    <pc:docChg chg="undo custSel addSld delSld modSld sldOrd">
      <pc:chgData name="Eric Dobbs" userId="c3e04ad9674fc5b2" providerId="LiveId" clId="{44D212E8-3274-465A-869D-9E6009D3334A}" dt="2026-02-12T20:40:10.389" v="1220" actId="12"/>
      <pc:docMkLst>
        <pc:docMk/>
      </pc:docMkLst>
      <pc:sldChg chg="addSp delSp modSp new mod modClrScheme chgLayout">
        <pc:chgData name="Eric Dobbs" userId="c3e04ad9674fc5b2" providerId="LiveId" clId="{44D212E8-3274-465A-869D-9E6009D3334A}" dt="2026-02-12T14:27:50.481" v="17" actId="122"/>
        <pc:sldMkLst>
          <pc:docMk/>
          <pc:sldMk cId="602479976" sldId="257"/>
        </pc:sldMkLst>
        <pc:spChg chg="del">
          <ac:chgData name="Eric Dobbs" userId="c3e04ad9674fc5b2" providerId="LiveId" clId="{44D212E8-3274-465A-869D-9E6009D3334A}" dt="2026-02-12T14:25:45.576" v="10" actId="700"/>
          <ac:spMkLst>
            <pc:docMk/>
            <pc:sldMk cId="602479976" sldId="257"/>
            <ac:spMk id="2" creationId="{872599D5-3966-1481-005E-B29A896A8E63}"/>
          </ac:spMkLst>
        </pc:spChg>
        <pc:spChg chg="del">
          <ac:chgData name="Eric Dobbs" userId="c3e04ad9674fc5b2" providerId="LiveId" clId="{44D212E8-3274-465A-869D-9E6009D3334A}" dt="2026-02-12T14:25:45.576" v="10" actId="700"/>
          <ac:spMkLst>
            <pc:docMk/>
            <pc:sldMk cId="602479976" sldId="257"/>
            <ac:spMk id="3" creationId="{5304D5A6-C9E0-F5D6-5F4D-402ACD4B13B0}"/>
          </ac:spMkLst>
        </pc:spChg>
        <pc:spChg chg="add mod">
          <ac:chgData name="Eric Dobbs" userId="c3e04ad9674fc5b2" providerId="LiveId" clId="{44D212E8-3274-465A-869D-9E6009D3334A}" dt="2026-02-12T14:26:28.741" v="12"/>
          <ac:spMkLst>
            <pc:docMk/>
            <pc:sldMk cId="602479976" sldId="257"/>
            <ac:spMk id="5" creationId="{373CBBC3-04BE-300C-49FC-96CC5BA00296}"/>
          </ac:spMkLst>
        </pc:spChg>
        <pc:spChg chg="add mod">
          <ac:chgData name="Eric Dobbs" userId="c3e04ad9674fc5b2" providerId="LiveId" clId="{44D212E8-3274-465A-869D-9E6009D3334A}" dt="2026-02-12T14:27:50.481" v="17" actId="122"/>
          <ac:spMkLst>
            <pc:docMk/>
            <pc:sldMk cId="602479976" sldId="257"/>
            <ac:spMk id="6" creationId="{8175E484-4810-87BA-7B67-687DB6EBA690}"/>
          </ac:spMkLst>
        </pc:spChg>
        <pc:spChg chg="add mod">
          <ac:chgData name="Eric Dobbs" userId="c3e04ad9674fc5b2" providerId="LiveId" clId="{44D212E8-3274-465A-869D-9E6009D3334A}" dt="2026-02-12T14:27:25.215" v="14" actId="255"/>
          <ac:spMkLst>
            <pc:docMk/>
            <pc:sldMk cId="602479976" sldId="257"/>
            <ac:spMk id="7" creationId="{9227D89F-1EA5-BDF1-1516-329959999B63}"/>
          </ac:spMkLst>
        </pc:spChg>
        <pc:picChg chg="add">
          <ac:chgData name="Eric Dobbs" userId="c3e04ad9674fc5b2" providerId="LiveId" clId="{44D212E8-3274-465A-869D-9E6009D3334A}" dt="2026-02-12T14:26:03.218" v="11"/>
          <ac:picMkLst>
            <pc:docMk/>
            <pc:sldMk cId="602479976" sldId="257"/>
            <ac:picMk id="4" creationId="{49E9EA25-3846-91EC-D4A7-3985F11D5AE2}"/>
          </ac:picMkLst>
        </pc:picChg>
      </pc:sldChg>
      <pc:sldChg chg="addSp delSp modSp add mod">
        <pc:chgData name="Eric Dobbs" userId="c3e04ad9674fc5b2" providerId="LiveId" clId="{44D212E8-3274-465A-869D-9E6009D3334A}" dt="2026-02-12T14:31:26.432" v="29"/>
        <pc:sldMkLst>
          <pc:docMk/>
          <pc:sldMk cId="1195296148" sldId="258"/>
        </pc:sldMkLst>
        <pc:spChg chg="add mod">
          <ac:chgData name="Eric Dobbs" userId="c3e04ad9674fc5b2" providerId="LiveId" clId="{44D212E8-3274-465A-869D-9E6009D3334A}" dt="2026-02-12T14:29:19.762" v="21"/>
          <ac:spMkLst>
            <pc:docMk/>
            <pc:sldMk cId="1195296148" sldId="258"/>
            <ac:spMk id="2" creationId="{62A63314-4FF0-94E3-2CD3-A8330F0BA54C}"/>
          </ac:spMkLst>
        </pc:spChg>
        <pc:spChg chg="add mod">
          <ac:chgData name="Eric Dobbs" userId="c3e04ad9674fc5b2" providerId="LiveId" clId="{44D212E8-3274-465A-869D-9E6009D3334A}" dt="2026-02-12T14:29:39.209" v="23" actId="122"/>
          <ac:spMkLst>
            <pc:docMk/>
            <pc:sldMk cId="1195296148" sldId="258"/>
            <ac:spMk id="3" creationId="{CDEE6ECD-3222-EAB0-9A47-D76E03E954D4}"/>
          </ac:spMkLst>
        </pc:spChg>
        <pc:spChg chg="add mod">
          <ac:chgData name="Eric Dobbs" userId="c3e04ad9674fc5b2" providerId="LiveId" clId="{44D212E8-3274-465A-869D-9E6009D3334A}" dt="2026-02-12T14:29:19.762" v="21"/>
          <ac:spMkLst>
            <pc:docMk/>
            <pc:sldMk cId="1195296148" sldId="258"/>
            <ac:spMk id="4" creationId="{9AE3ED1F-1DBA-4291-8F46-CB03C362C03E}"/>
          </ac:spMkLst>
        </pc:spChg>
        <pc:spChg chg="del">
          <ac:chgData name="Eric Dobbs" userId="c3e04ad9674fc5b2" providerId="LiveId" clId="{44D212E8-3274-465A-869D-9E6009D3334A}" dt="2026-02-12T14:28:37.124" v="20" actId="478"/>
          <ac:spMkLst>
            <pc:docMk/>
            <pc:sldMk cId="1195296148" sldId="258"/>
            <ac:spMk id="6" creationId="{EFA3AF4A-B125-F1EC-7D06-96061372E1D6}"/>
          </ac:spMkLst>
        </pc:spChg>
        <pc:spChg chg="mod">
          <ac:chgData name="Eric Dobbs" userId="c3e04ad9674fc5b2" providerId="LiveId" clId="{44D212E8-3274-465A-869D-9E6009D3334A}" dt="2026-02-12T14:28:32.324" v="19" actId="6549"/>
          <ac:spMkLst>
            <pc:docMk/>
            <pc:sldMk cId="1195296148" sldId="258"/>
            <ac:spMk id="7" creationId="{461A39D8-4DBD-1564-1907-611B424713FF}"/>
          </ac:spMkLst>
        </pc:spChg>
        <pc:spChg chg="add mod">
          <ac:chgData name="Eric Dobbs" userId="c3e04ad9674fc5b2" providerId="LiveId" clId="{44D212E8-3274-465A-869D-9E6009D3334A}" dt="2026-02-12T14:29:19.762" v="21"/>
          <ac:spMkLst>
            <pc:docMk/>
            <pc:sldMk cId="1195296148" sldId="258"/>
            <ac:spMk id="8" creationId="{9731ECC0-D1AD-DA4D-10AC-7F4FD7C3F5B5}"/>
          </ac:spMkLst>
        </pc:spChg>
        <pc:spChg chg="add mod">
          <ac:chgData name="Eric Dobbs" userId="c3e04ad9674fc5b2" providerId="LiveId" clId="{44D212E8-3274-465A-869D-9E6009D3334A}" dt="2026-02-12T14:29:19.762" v="21"/>
          <ac:spMkLst>
            <pc:docMk/>
            <pc:sldMk cId="1195296148" sldId="258"/>
            <ac:spMk id="9" creationId="{8EC8B98F-8CF4-5A61-8C25-40D928F55064}"/>
          </ac:spMkLst>
        </pc:spChg>
        <pc:spChg chg="add mod">
          <ac:chgData name="Eric Dobbs" userId="c3e04ad9674fc5b2" providerId="LiveId" clId="{44D212E8-3274-465A-869D-9E6009D3334A}" dt="2026-02-12T14:30:07.443" v="26" actId="207"/>
          <ac:spMkLst>
            <pc:docMk/>
            <pc:sldMk cId="1195296148" sldId="258"/>
            <ac:spMk id="10" creationId="{36498FD0-1156-9C03-8DB0-3491F1F4BE37}"/>
          </ac:spMkLst>
        </pc:spChg>
        <pc:spChg chg="add mod">
          <ac:chgData name="Eric Dobbs" userId="c3e04ad9674fc5b2" providerId="LiveId" clId="{44D212E8-3274-465A-869D-9E6009D3334A}" dt="2026-02-12T14:29:54.187" v="25" actId="255"/>
          <ac:spMkLst>
            <pc:docMk/>
            <pc:sldMk cId="1195296148" sldId="258"/>
            <ac:spMk id="11" creationId="{76BE69B4-6557-6F21-5C50-CD183D659007}"/>
          </ac:spMkLst>
        </pc:spChg>
        <pc:spChg chg="add mod">
          <ac:chgData name="Eric Dobbs" userId="c3e04ad9674fc5b2" providerId="LiveId" clId="{44D212E8-3274-465A-869D-9E6009D3334A}" dt="2026-02-12T14:29:19.762" v="21"/>
          <ac:spMkLst>
            <pc:docMk/>
            <pc:sldMk cId="1195296148" sldId="258"/>
            <ac:spMk id="12" creationId="{49812E4B-B2C9-E2D3-9506-1E28A3651575}"/>
          </ac:spMkLst>
        </pc:spChg>
        <pc:spChg chg="add mod">
          <ac:chgData name="Eric Dobbs" userId="c3e04ad9674fc5b2" providerId="LiveId" clId="{44D212E8-3274-465A-869D-9E6009D3334A}" dt="2026-02-12T14:30:12.647" v="27" actId="207"/>
          <ac:spMkLst>
            <pc:docMk/>
            <pc:sldMk cId="1195296148" sldId="258"/>
            <ac:spMk id="13" creationId="{3E81D660-D20F-6467-A231-A99E4AA30807}"/>
          </ac:spMkLst>
        </pc:spChg>
        <pc:spChg chg="add mod">
          <ac:chgData name="Eric Dobbs" userId="c3e04ad9674fc5b2" providerId="LiveId" clId="{44D212E8-3274-465A-869D-9E6009D3334A}" dt="2026-02-12T14:31:26.432" v="29"/>
          <ac:spMkLst>
            <pc:docMk/>
            <pc:sldMk cId="1195296148" sldId="258"/>
            <ac:spMk id="14" creationId="{609DE68E-2C63-C7C0-57E4-ABFE376CF71F}"/>
          </ac:spMkLst>
        </pc:spChg>
        <pc:spChg chg="add mod">
          <ac:chgData name="Eric Dobbs" userId="c3e04ad9674fc5b2" providerId="LiveId" clId="{44D212E8-3274-465A-869D-9E6009D3334A}" dt="2026-02-12T14:31:26.432" v="29"/>
          <ac:spMkLst>
            <pc:docMk/>
            <pc:sldMk cId="1195296148" sldId="258"/>
            <ac:spMk id="15" creationId="{29CDBE80-E959-AB5D-600F-A2651F9432E4}"/>
          </ac:spMkLst>
        </pc:spChg>
        <pc:spChg chg="add mod">
          <ac:chgData name="Eric Dobbs" userId="c3e04ad9674fc5b2" providerId="LiveId" clId="{44D212E8-3274-465A-869D-9E6009D3334A}" dt="2026-02-12T14:31:23.590" v="28"/>
          <ac:spMkLst>
            <pc:docMk/>
            <pc:sldMk cId="1195296148" sldId="258"/>
            <ac:spMk id="16" creationId="{F0BBEEC2-E228-EC73-1146-67ABEF8A2E07}"/>
          </ac:spMkLst>
        </pc:spChg>
        <pc:spChg chg="add mod">
          <ac:chgData name="Eric Dobbs" userId="c3e04ad9674fc5b2" providerId="LiveId" clId="{44D212E8-3274-465A-869D-9E6009D3334A}" dt="2026-02-12T14:31:23.590" v="28"/>
          <ac:spMkLst>
            <pc:docMk/>
            <pc:sldMk cId="1195296148" sldId="258"/>
            <ac:spMk id="17" creationId="{EB141C88-2001-DE23-8F74-8607DF63E914}"/>
          </ac:spMkLst>
        </pc:spChg>
        <pc:spChg chg="add mod">
          <ac:chgData name="Eric Dobbs" userId="c3e04ad9674fc5b2" providerId="LiveId" clId="{44D212E8-3274-465A-869D-9E6009D3334A}" dt="2026-02-12T14:31:23.590" v="28"/>
          <ac:spMkLst>
            <pc:docMk/>
            <pc:sldMk cId="1195296148" sldId="258"/>
            <ac:spMk id="18" creationId="{5BB5C074-DF2B-A4D6-E62A-AD6554A95CB9}"/>
          </ac:spMkLst>
        </pc:spChg>
        <pc:spChg chg="add mod">
          <ac:chgData name="Eric Dobbs" userId="c3e04ad9674fc5b2" providerId="LiveId" clId="{44D212E8-3274-465A-869D-9E6009D3334A}" dt="2026-02-12T14:31:23.590" v="28"/>
          <ac:spMkLst>
            <pc:docMk/>
            <pc:sldMk cId="1195296148" sldId="258"/>
            <ac:spMk id="19" creationId="{D9E626E8-F5CF-3A12-68AD-AE36158157D1}"/>
          </ac:spMkLst>
        </pc:spChg>
        <pc:spChg chg="add mod">
          <ac:chgData name="Eric Dobbs" userId="c3e04ad9674fc5b2" providerId="LiveId" clId="{44D212E8-3274-465A-869D-9E6009D3334A}" dt="2026-02-12T14:31:26.432" v="29"/>
          <ac:spMkLst>
            <pc:docMk/>
            <pc:sldMk cId="1195296148" sldId="258"/>
            <ac:spMk id="20" creationId="{0E15C47F-D3AD-C2C1-8D16-A2843778FEB7}"/>
          </ac:spMkLst>
        </pc:spChg>
        <pc:spChg chg="add mod">
          <ac:chgData name="Eric Dobbs" userId="c3e04ad9674fc5b2" providerId="LiveId" clId="{44D212E8-3274-465A-869D-9E6009D3334A}" dt="2026-02-12T14:31:23.590" v="28"/>
          <ac:spMkLst>
            <pc:docMk/>
            <pc:sldMk cId="1195296148" sldId="258"/>
            <ac:spMk id="21" creationId="{E7097134-57FE-BD7D-FFD6-9EC0A3B8ED78}"/>
          </ac:spMkLst>
        </pc:spChg>
        <pc:spChg chg="add mod">
          <ac:chgData name="Eric Dobbs" userId="c3e04ad9674fc5b2" providerId="LiveId" clId="{44D212E8-3274-465A-869D-9E6009D3334A}" dt="2026-02-12T14:31:23.590" v="28"/>
          <ac:spMkLst>
            <pc:docMk/>
            <pc:sldMk cId="1195296148" sldId="258"/>
            <ac:spMk id="22" creationId="{EEC6313D-7FE8-D74F-DE0E-EBA3459803CB}"/>
          </ac:spMkLst>
        </pc:spChg>
      </pc:sldChg>
      <pc:sldChg chg="del">
        <pc:chgData name="Eric Dobbs" userId="c3e04ad9674fc5b2" providerId="LiveId" clId="{44D212E8-3274-465A-869D-9E6009D3334A}" dt="2026-02-12T14:23:28.878" v="0" actId="47"/>
        <pc:sldMkLst>
          <pc:docMk/>
          <pc:sldMk cId="3157069841" sldId="295"/>
        </pc:sldMkLst>
      </pc:sldChg>
      <pc:sldChg chg="del">
        <pc:chgData name="Eric Dobbs" userId="c3e04ad9674fc5b2" providerId="LiveId" clId="{44D212E8-3274-465A-869D-9E6009D3334A}" dt="2026-02-12T14:23:29.549" v="1" actId="47"/>
        <pc:sldMkLst>
          <pc:docMk/>
          <pc:sldMk cId="2257756584" sldId="296"/>
        </pc:sldMkLst>
      </pc:sldChg>
      <pc:sldChg chg="del">
        <pc:chgData name="Eric Dobbs" userId="c3e04ad9674fc5b2" providerId="LiveId" clId="{44D212E8-3274-465A-869D-9E6009D3334A}" dt="2026-02-12T14:23:30.077" v="2" actId="47"/>
        <pc:sldMkLst>
          <pc:docMk/>
          <pc:sldMk cId="1728711849" sldId="297"/>
        </pc:sldMkLst>
      </pc:sldChg>
      <pc:sldChg chg="del">
        <pc:chgData name="Eric Dobbs" userId="c3e04ad9674fc5b2" providerId="LiveId" clId="{44D212E8-3274-465A-869D-9E6009D3334A}" dt="2026-02-12T14:23:30.586" v="3" actId="47"/>
        <pc:sldMkLst>
          <pc:docMk/>
          <pc:sldMk cId="330383470" sldId="298"/>
        </pc:sldMkLst>
      </pc:sldChg>
      <pc:sldChg chg="del">
        <pc:chgData name="Eric Dobbs" userId="c3e04ad9674fc5b2" providerId="LiveId" clId="{44D212E8-3274-465A-869D-9E6009D3334A}" dt="2026-02-12T14:23:31.177" v="4" actId="47"/>
        <pc:sldMkLst>
          <pc:docMk/>
          <pc:sldMk cId="4159637874" sldId="299"/>
        </pc:sldMkLst>
      </pc:sldChg>
      <pc:sldChg chg="del">
        <pc:chgData name="Eric Dobbs" userId="c3e04ad9674fc5b2" providerId="LiveId" clId="{44D212E8-3274-465A-869D-9E6009D3334A}" dt="2026-02-12T14:23:31.629" v="5" actId="47"/>
        <pc:sldMkLst>
          <pc:docMk/>
          <pc:sldMk cId="3533240348" sldId="300"/>
        </pc:sldMkLst>
      </pc:sldChg>
      <pc:sldChg chg="del">
        <pc:chgData name="Eric Dobbs" userId="c3e04ad9674fc5b2" providerId="LiveId" clId="{44D212E8-3274-465A-869D-9E6009D3334A}" dt="2026-02-12T14:23:32.176" v="6" actId="47"/>
        <pc:sldMkLst>
          <pc:docMk/>
          <pc:sldMk cId="3139205991" sldId="301"/>
        </pc:sldMkLst>
      </pc:sldChg>
      <pc:sldChg chg="del">
        <pc:chgData name="Eric Dobbs" userId="c3e04ad9674fc5b2" providerId="LiveId" clId="{44D212E8-3274-465A-869D-9E6009D3334A}" dt="2026-02-12T14:23:32.642" v="7" actId="47"/>
        <pc:sldMkLst>
          <pc:docMk/>
          <pc:sldMk cId="393429745" sldId="302"/>
        </pc:sldMkLst>
      </pc:sldChg>
      <pc:sldChg chg="del">
        <pc:chgData name="Eric Dobbs" userId="c3e04ad9674fc5b2" providerId="LiveId" clId="{44D212E8-3274-465A-869D-9E6009D3334A}" dt="2026-02-12T14:23:34.430" v="8" actId="47"/>
        <pc:sldMkLst>
          <pc:docMk/>
          <pc:sldMk cId="1886866553" sldId="303"/>
        </pc:sldMkLst>
      </pc:sldChg>
      <pc:sldChg chg="add">
        <pc:chgData name="Eric Dobbs" userId="c3e04ad9674fc5b2" providerId="LiveId" clId="{44D212E8-3274-465A-869D-9E6009D3334A}" dt="2026-02-12T20:34:14.813" v="1102"/>
        <pc:sldMkLst>
          <pc:docMk/>
          <pc:sldMk cId="0" sldId="344"/>
        </pc:sldMkLst>
      </pc:sldChg>
      <pc:sldChg chg="add">
        <pc:chgData name="Eric Dobbs" userId="c3e04ad9674fc5b2" providerId="LiveId" clId="{44D212E8-3274-465A-869D-9E6009D3334A}" dt="2026-02-12T18:53:01.848" v="931"/>
        <pc:sldMkLst>
          <pc:docMk/>
          <pc:sldMk cId="0" sldId="350"/>
        </pc:sldMkLst>
      </pc:sldChg>
      <pc:sldChg chg="add">
        <pc:chgData name="Eric Dobbs" userId="c3e04ad9674fc5b2" providerId="LiveId" clId="{44D212E8-3274-465A-869D-9E6009D3334A}" dt="2026-02-12T14:32:35.267" v="32"/>
        <pc:sldMkLst>
          <pc:docMk/>
          <pc:sldMk cId="0" sldId="352"/>
        </pc:sldMkLst>
      </pc:sldChg>
      <pc:sldChg chg="modSp add mod">
        <pc:chgData name="Eric Dobbs" userId="c3e04ad9674fc5b2" providerId="LiveId" clId="{44D212E8-3274-465A-869D-9E6009D3334A}" dt="2026-02-12T20:13:17.499" v="1020" actId="20577"/>
        <pc:sldMkLst>
          <pc:docMk/>
          <pc:sldMk cId="0" sldId="363"/>
        </pc:sldMkLst>
        <pc:spChg chg="mod">
          <ac:chgData name="Eric Dobbs" userId="c3e04ad9674fc5b2" providerId="LiveId" clId="{44D212E8-3274-465A-869D-9E6009D3334A}" dt="2026-02-12T20:13:09.187" v="1016" actId="27636"/>
          <ac:spMkLst>
            <pc:docMk/>
            <pc:sldMk cId="0" sldId="363"/>
            <ac:spMk id="45060" creationId="{939E4602-9AAD-FD83-20B5-16F8B0C5AAC0}"/>
          </ac:spMkLst>
        </pc:spChg>
        <pc:spChg chg="mod">
          <ac:chgData name="Eric Dobbs" userId="c3e04ad9674fc5b2" providerId="LiveId" clId="{44D212E8-3274-465A-869D-9E6009D3334A}" dt="2026-02-12T20:13:17.499" v="1020" actId="20577"/>
          <ac:spMkLst>
            <pc:docMk/>
            <pc:sldMk cId="0" sldId="363"/>
            <ac:spMk id="45061" creationId="{4F8D191D-D4EE-FFEC-CCCE-334A9949027D}"/>
          </ac:spMkLst>
        </pc:spChg>
      </pc:sldChg>
      <pc:sldChg chg="add">
        <pc:chgData name="Eric Dobbs" userId="c3e04ad9674fc5b2" providerId="LiveId" clId="{44D212E8-3274-465A-869D-9E6009D3334A}" dt="2026-02-12T18:53:28.032" v="932"/>
        <pc:sldMkLst>
          <pc:docMk/>
          <pc:sldMk cId="0" sldId="365"/>
        </pc:sldMkLst>
      </pc:sldChg>
      <pc:sldChg chg="delSp add">
        <pc:chgData name="Eric Dobbs" userId="c3e04ad9674fc5b2" providerId="LiveId" clId="{44D212E8-3274-465A-869D-9E6009D3334A}" dt="2026-02-12T20:30:07.042" v="1100" actId="478"/>
        <pc:sldMkLst>
          <pc:docMk/>
          <pc:sldMk cId="0" sldId="394"/>
        </pc:sldMkLst>
        <pc:spChg chg="del">
          <ac:chgData name="Eric Dobbs" userId="c3e04ad9674fc5b2" providerId="LiveId" clId="{44D212E8-3274-465A-869D-9E6009D3334A}" dt="2026-02-12T20:30:07.042" v="1100" actId="478"/>
          <ac:spMkLst>
            <pc:docMk/>
            <pc:sldMk cId="0" sldId="394"/>
            <ac:spMk id="54277" creationId="{C0A3C446-DFF0-F2EB-122D-A2EC519B9057}"/>
          </ac:spMkLst>
        </pc:spChg>
      </pc:sldChg>
      <pc:sldChg chg="add">
        <pc:chgData name="Eric Dobbs" userId="c3e04ad9674fc5b2" providerId="LiveId" clId="{44D212E8-3274-465A-869D-9E6009D3334A}" dt="2026-02-12T20:32:55.031" v="1101"/>
        <pc:sldMkLst>
          <pc:docMk/>
          <pc:sldMk cId="0" sldId="405"/>
        </pc:sldMkLst>
      </pc:sldChg>
      <pc:sldChg chg="addSp delSp modSp add mod ord delAnim modAnim modNotesTx">
        <pc:chgData name="Eric Dobbs" userId="c3e04ad9674fc5b2" providerId="LiveId" clId="{44D212E8-3274-465A-869D-9E6009D3334A}" dt="2026-02-12T18:41:13.979" v="829" actId="20577"/>
        <pc:sldMkLst>
          <pc:docMk/>
          <pc:sldMk cId="1658962394" sldId="406"/>
        </pc:sldMkLst>
        <pc:spChg chg="add mod">
          <ac:chgData name="Eric Dobbs" userId="c3e04ad9674fc5b2" providerId="LiveId" clId="{44D212E8-3274-465A-869D-9E6009D3334A}" dt="2026-02-12T14:58:24.121" v="377" actId="1076"/>
          <ac:spMkLst>
            <pc:docMk/>
            <pc:sldMk cId="1658962394" sldId="406"/>
            <ac:spMk id="6" creationId="{01F14AE1-5491-B41E-3E27-196448B7E5CC}"/>
          </ac:spMkLst>
        </pc:spChg>
        <pc:spChg chg="add del mod">
          <ac:chgData name="Eric Dobbs" userId="c3e04ad9674fc5b2" providerId="LiveId" clId="{44D212E8-3274-465A-869D-9E6009D3334A}" dt="2026-02-12T18:27:54.034" v="805" actId="478"/>
          <ac:spMkLst>
            <pc:docMk/>
            <pc:sldMk cId="1658962394" sldId="406"/>
            <ac:spMk id="7" creationId="{915141DA-DC99-0906-1EEA-B724EF7AC3CA}"/>
          </ac:spMkLst>
        </pc:spChg>
        <pc:spChg chg="mod">
          <ac:chgData name="Eric Dobbs" userId="c3e04ad9674fc5b2" providerId="LiveId" clId="{44D212E8-3274-465A-869D-9E6009D3334A}" dt="2026-02-12T18:26:42.483" v="800" actId="113"/>
          <ac:spMkLst>
            <pc:docMk/>
            <pc:sldMk cId="1658962394" sldId="406"/>
            <ac:spMk id="7171" creationId="{F396D2B6-69F8-7EDF-15D9-3F0F52538F02}"/>
          </ac:spMkLst>
        </pc:spChg>
        <pc:spChg chg="del mod">
          <ac:chgData name="Eric Dobbs" userId="c3e04ad9674fc5b2" providerId="LiveId" clId="{44D212E8-3274-465A-869D-9E6009D3334A}" dt="2026-02-12T14:58:16.406" v="376" actId="478"/>
          <ac:spMkLst>
            <pc:docMk/>
            <pc:sldMk cId="1658962394" sldId="406"/>
            <ac:spMk id="7175" creationId="{3011B155-0CEB-BEA1-91A0-BEA75D566B95}"/>
          </ac:spMkLst>
        </pc:spChg>
        <pc:picChg chg="add del mod">
          <ac:chgData name="Eric Dobbs" userId="c3e04ad9674fc5b2" providerId="LiveId" clId="{44D212E8-3274-465A-869D-9E6009D3334A}" dt="2026-02-12T14:48:28.119" v="84" actId="478"/>
          <ac:picMkLst>
            <pc:docMk/>
            <pc:sldMk cId="1658962394" sldId="406"/>
            <ac:picMk id="3" creationId="{81BBFA0B-80C0-D6BC-415B-B44905D8D7C7}"/>
          </ac:picMkLst>
        </pc:picChg>
        <pc:picChg chg="add del mod">
          <ac:chgData name="Eric Dobbs" userId="c3e04ad9674fc5b2" providerId="LiveId" clId="{44D212E8-3274-465A-869D-9E6009D3334A}" dt="2026-02-12T18:27:08.383" v="801" actId="478"/>
          <ac:picMkLst>
            <pc:docMk/>
            <pc:sldMk cId="1658962394" sldId="406"/>
            <ac:picMk id="5" creationId="{1A915154-21EE-C94C-40AF-348BF0947B14}"/>
          </ac:picMkLst>
        </pc:picChg>
        <pc:picChg chg="add del mod">
          <ac:chgData name="Eric Dobbs" userId="c3e04ad9674fc5b2" providerId="LiveId" clId="{44D212E8-3274-465A-869D-9E6009D3334A}" dt="2026-02-12T18:27:24.564" v="804" actId="478"/>
          <ac:picMkLst>
            <pc:docMk/>
            <pc:sldMk cId="1658962394" sldId="406"/>
            <ac:picMk id="9" creationId="{EA3C97FC-EB24-0CFD-6E89-CA371440906B}"/>
          </ac:picMkLst>
        </pc:picChg>
        <pc:picChg chg="add mod">
          <ac:chgData name="Eric Dobbs" userId="c3e04ad9674fc5b2" providerId="LiveId" clId="{44D212E8-3274-465A-869D-9E6009D3334A}" dt="2026-02-12T18:27:15.523" v="803" actId="1076"/>
          <ac:picMkLst>
            <pc:docMk/>
            <pc:sldMk cId="1658962394" sldId="406"/>
            <ac:picMk id="11" creationId="{D144123D-137B-198F-8626-9C943B306139}"/>
          </ac:picMkLst>
        </pc:picChg>
        <pc:picChg chg="add mod">
          <ac:chgData name="Eric Dobbs" userId="c3e04ad9674fc5b2" providerId="LiveId" clId="{44D212E8-3274-465A-869D-9E6009D3334A}" dt="2026-02-12T18:28:18.739" v="807" actId="1076"/>
          <ac:picMkLst>
            <pc:docMk/>
            <pc:sldMk cId="1658962394" sldId="406"/>
            <ac:picMk id="13" creationId="{C434B409-F06C-CBFE-E435-A47D59FF4EC1}"/>
          </ac:picMkLst>
        </pc:picChg>
      </pc:sldChg>
      <pc:sldChg chg="addSp delSp modSp add mod">
        <pc:chgData name="Eric Dobbs" userId="c3e04ad9674fc5b2" providerId="LiveId" clId="{44D212E8-3274-465A-869D-9E6009D3334A}" dt="2026-02-12T14:46:41.910" v="79" actId="207"/>
        <pc:sldMkLst>
          <pc:docMk/>
          <pc:sldMk cId="482601967" sldId="407"/>
        </pc:sldMkLst>
        <pc:spChg chg="del mod">
          <ac:chgData name="Eric Dobbs" userId="c3e04ad9674fc5b2" providerId="LiveId" clId="{44D212E8-3274-465A-869D-9E6009D3334A}" dt="2026-02-12T14:44:37.522" v="42" actId="478"/>
          <ac:spMkLst>
            <pc:docMk/>
            <pc:sldMk cId="482601967" sldId="407"/>
            <ac:spMk id="10" creationId="{92B3E25A-22A1-C260-F665-234168B0F2D8}"/>
          </ac:spMkLst>
        </pc:spChg>
        <pc:spChg chg="mod">
          <ac:chgData name="Eric Dobbs" userId="c3e04ad9674fc5b2" providerId="LiveId" clId="{44D212E8-3274-465A-869D-9E6009D3334A}" dt="2026-02-12T14:44:29.051" v="40" actId="20577"/>
          <ac:spMkLst>
            <pc:docMk/>
            <pc:sldMk cId="482601967" sldId="407"/>
            <ac:spMk id="11" creationId="{5FD366F1-57FA-4475-5838-91A85BE0A0EC}"/>
          </ac:spMkLst>
        </pc:spChg>
        <pc:spChg chg="del">
          <ac:chgData name="Eric Dobbs" userId="c3e04ad9674fc5b2" providerId="LiveId" clId="{44D212E8-3274-465A-869D-9E6009D3334A}" dt="2026-02-12T14:44:41.179" v="43" actId="478"/>
          <ac:spMkLst>
            <pc:docMk/>
            <pc:sldMk cId="482601967" sldId="407"/>
            <ac:spMk id="12" creationId="{ADF4B22E-0FEA-6097-1BBF-5F90E36A6A4F}"/>
          </ac:spMkLst>
        </pc:spChg>
        <pc:spChg chg="del mod">
          <ac:chgData name="Eric Dobbs" userId="c3e04ad9674fc5b2" providerId="LiveId" clId="{44D212E8-3274-465A-869D-9E6009D3334A}" dt="2026-02-12T14:44:47.698" v="45" actId="478"/>
          <ac:spMkLst>
            <pc:docMk/>
            <pc:sldMk cId="482601967" sldId="407"/>
            <ac:spMk id="13" creationId="{8CDF9357-E853-F2A0-DF2C-B17237E77746}"/>
          </ac:spMkLst>
        </pc:spChg>
        <pc:spChg chg="add mod">
          <ac:chgData name="Eric Dobbs" userId="c3e04ad9674fc5b2" providerId="LiveId" clId="{44D212E8-3274-465A-869D-9E6009D3334A}" dt="2026-02-12T14:46:41.910" v="79" actId="207"/>
          <ac:spMkLst>
            <pc:docMk/>
            <pc:sldMk cId="482601967" sldId="407"/>
            <ac:spMk id="14" creationId="{05B4F843-7ADC-72C9-E716-02D56A8EA2BF}"/>
          </ac:spMkLst>
        </pc:spChg>
      </pc:sldChg>
      <pc:sldChg chg="addSp delSp modSp add mod modAnim">
        <pc:chgData name="Eric Dobbs" userId="c3e04ad9674fc5b2" providerId="LiveId" clId="{44D212E8-3274-465A-869D-9E6009D3334A}" dt="2026-02-12T15:09:31.954" v="510"/>
        <pc:sldMkLst>
          <pc:docMk/>
          <pc:sldMk cId="2131637014" sldId="408"/>
        </pc:sldMkLst>
        <pc:spChg chg="del">
          <ac:chgData name="Eric Dobbs" userId="c3e04ad9674fc5b2" providerId="LiveId" clId="{44D212E8-3274-465A-869D-9E6009D3334A}" dt="2026-02-12T15:00:31.537" v="386" actId="478"/>
          <ac:spMkLst>
            <pc:docMk/>
            <pc:sldMk cId="2131637014" sldId="408"/>
            <ac:spMk id="6" creationId="{CA5D2F5B-566E-B50F-1745-4800C9EA0BD2}"/>
          </ac:spMkLst>
        </pc:spChg>
        <pc:spChg chg="del">
          <ac:chgData name="Eric Dobbs" userId="c3e04ad9674fc5b2" providerId="LiveId" clId="{44D212E8-3274-465A-869D-9E6009D3334A}" dt="2026-02-12T15:00:33.548" v="387" actId="478"/>
          <ac:spMkLst>
            <pc:docMk/>
            <pc:sldMk cId="2131637014" sldId="408"/>
            <ac:spMk id="7" creationId="{8BAC0D75-2DD7-9563-275F-1FE8FD016A99}"/>
          </ac:spMkLst>
        </pc:spChg>
        <pc:spChg chg="add mod">
          <ac:chgData name="Eric Dobbs" userId="c3e04ad9674fc5b2" providerId="LiveId" clId="{44D212E8-3274-465A-869D-9E6009D3334A}" dt="2026-02-12T15:08:16.385" v="506" actId="164"/>
          <ac:spMkLst>
            <pc:docMk/>
            <pc:sldMk cId="2131637014" sldId="408"/>
            <ac:spMk id="17" creationId="{AC1B1816-0DA9-D948-23FE-B938CC2A2B06}"/>
          </ac:spMkLst>
        </pc:spChg>
        <pc:spChg chg="add mod">
          <ac:chgData name="Eric Dobbs" userId="c3e04ad9674fc5b2" providerId="LiveId" clId="{44D212E8-3274-465A-869D-9E6009D3334A}" dt="2026-02-12T15:08:38.599" v="507" actId="164"/>
          <ac:spMkLst>
            <pc:docMk/>
            <pc:sldMk cId="2131637014" sldId="408"/>
            <ac:spMk id="18" creationId="{81428AB5-215F-C152-F807-30CC8917EAB1}"/>
          </ac:spMkLst>
        </pc:spChg>
        <pc:spChg chg="add mod">
          <ac:chgData name="Eric Dobbs" userId="c3e04ad9674fc5b2" providerId="LiveId" clId="{44D212E8-3274-465A-869D-9E6009D3334A}" dt="2026-02-12T15:08:38.599" v="507" actId="164"/>
          <ac:spMkLst>
            <pc:docMk/>
            <pc:sldMk cId="2131637014" sldId="408"/>
            <ac:spMk id="22" creationId="{AC2D566B-8CD6-2756-D7B0-F76BA0424BF9}"/>
          </ac:spMkLst>
        </pc:spChg>
        <pc:spChg chg="mod">
          <ac:chgData name="Eric Dobbs" userId="c3e04ad9674fc5b2" providerId="LiveId" clId="{44D212E8-3274-465A-869D-9E6009D3334A}" dt="2026-02-12T15:00:38.106" v="388" actId="1076"/>
          <ac:spMkLst>
            <pc:docMk/>
            <pc:sldMk cId="2131637014" sldId="408"/>
            <ac:spMk id="7175" creationId="{C9EEE957-6473-98B8-E15B-DDB724A3CD73}"/>
          </ac:spMkLst>
        </pc:spChg>
        <pc:grpChg chg="add mod">
          <ac:chgData name="Eric Dobbs" userId="c3e04ad9674fc5b2" providerId="LiveId" clId="{44D212E8-3274-465A-869D-9E6009D3334A}" dt="2026-02-12T15:08:16.385" v="506" actId="164"/>
          <ac:grpSpMkLst>
            <pc:docMk/>
            <pc:sldMk cId="2131637014" sldId="408"/>
            <ac:grpSpMk id="23" creationId="{EF2BAB5D-EF87-E709-7075-06D342F42DA7}"/>
          </ac:grpSpMkLst>
        </pc:grpChg>
        <pc:grpChg chg="add mod">
          <ac:chgData name="Eric Dobbs" userId="c3e04ad9674fc5b2" providerId="LiveId" clId="{44D212E8-3274-465A-869D-9E6009D3334A}" dt="2026-02-12T15:08:38.599" v="507" actId="164"/>
          <ac:grpSpMkLst>
            <pc:docMk/>
            <pc:sldMk cId="2131637014" sldId="408"/>
            <ac:grpSpMk id="24" creationId="{66D06FC7-C243-0B97-9059-5A11F17097F7}"/>
          </ac:grpSpMkLst>
        </pc:grpChg>
        <pc:picChg chg="del">
          <ac:chgData name="Eric Dobbs" userId="c3e04ad9674fc5b2" providerId="LiveId" clId="{44D212E8-3274-465A-869D-9E6009D3334A}" dt="2026-02-12T15:00:27.320" v="385" actId="478"/>
          <ac:picMkLst>
            <pc:docMk/>
            <pc:sldMk cId="2131637014" sldId="408"/>
            <ac:picMk id="5" creationId="{C44CD22E-5335-3F8D-F02E-D171F18680E9}"/>
          </ac:picMkLst>
        </pc:picChg>
        <pc:cxnChg chg="add del mod">
          <ac:chgData name="Eric Dobbs" userId="c3e04ad9674fc5b2" providerId="LiveId" clId="{44D212E8-3274-465A-869D-9E6009D3334A}" dt="2026-02-12T15:02:26.293" v="401" actId="478"/>
          <ac:cxnSpMkLst>
            <pc:docMk/>
            <pc:sldMk cId="2131637014" sldId="408"/>
            <ac:cxnSpMk id="3" creationId="{B4FBCAA5-CC17-B034-3D78-96E358DF7D5E}"/>
          </ac:cxnSpMkLst>
        </pc:cxnChg>
        <pc:cxnChg chg="add mod">
          <ac:chgData name="Eric Dobbs" userId="c3e04ad9674fc5b2" providerId="LiveId" clId="{44D212E8-3274-465A-869D-9E6009D3334A}" dt="2026-02-12T15:08:16.385" v="506" actId="164"/>
          <ac:cxnSpMkLst>
            <pc:docMk/>
            <pc:sldMk cId="2131637014" sldId="408"/>
            <ac:cxnSpMk id="12" creationId="{683369A3-705E-7900-37FF-84BCF1BDEEAC}"/>
          </ac:cxnSpMkLst>
        </pc:cxnChg>
        <pc:cxnChg chg="add mod">
          <ac:chgData name="Eric Dobbs" userId="c3e04ad9674fc5b2" providerId="LiveId" clId="{44D212E8-3274-465A-869D-9E6009D3334A}" dt="2026-02-12T15:08:38.599" v="507" actId="164"/>
          <ac:cxnSpMkLst>
            <pc:docMk/>
            <pc:sldMk cId="2131637014" sldId="408"/>
            <ac:cxnSpMk id="19" creationId="{CE9324FF-F78D-F1FD-3D1A-2D61400D440B}"/>
          </ac:cxnSpMkLst>
        </pc:cxnChg>
      </pc:sldChg>
      <pc:sldChg chg="delSp modSp add mod">
        <pc:chgData name="Eric Dobbs" userId="c3e04ad9674fc5b2" providerId="LiveId" clId="{44D212E8-3274-465A-869D-9E6009D3334A}" dt="2026-02-12T16:59:46.806" v="785" actId="207"/>
        <pc:sldMkLst>
          <pc:docMk/>
          <pc:sldMk cId="2819179294" sldId="409"/>
        </pc:sldMkLst>
        <pc:spChg chg="mod">
          <ac:chgData name="Eric Dobbs" userId="c3e04ad9674fc5b2" providerId="LiveId" clId="{44D212E8-3274-465A-869D-9E6009D3334A}" dt="2026-02-12T16:56:43.719" v="565" actId="20577"/>
          <ac:spMkLst>
            <pc:docMk/>
            <pc:sldMk cId="2819179294" sldId="409"/>
            <ac:spMk id="3" creationId="{3138F965-8972-05FD-DBDC-0568F7594B57}"/>
          </ac:spMkLst>
        </pc:spChg>
        <pc:spChg chg="del">
          <ac:chgData name="Eric Dobbs" userId="c3e04ad9674fc5b2" providerId="LiveId" clId="{44D212E8-3274-465A-869D-9E6009D3334A}" dt="2026-02-12T16:56:49.495" v="566" actId="478"/>
          <ac:spMkLst>
            <pc:docMk/>
            <pc:sldMk cId="2819179294" sldId="409"/>
            <ac:spMk id="11" creationId="{FD453D98-F412-7B43-4BA0-E4830321EFA7}"/>
          </ac:spMkLst>
        </pc:spChg>
        <pc:spChg chg="mod">
          <ac:chgData name="Eric Dobbs" userId="c3e04ad9674fc5b2" providerId="LiveId" clId="{44D212E8-3274-465A-869D-9E6009D3334A}" dt="2026-02-12T16:59:46.806" v="785" actId="207"/>
          <ac:spMkLst>
            <pc:docMk/>
            <pc:sldMk cId="2819179294" sldId="409"/>
            <ac:spMk id="14" creationId="{4E05F597-8ED8-844E-0FDD-4B657E33B324}"/>
          </ac:spMkLst>
        </pc:spChg>
      </pc:sldChg>
      <pc:sldChg chg="add">
        <pc:chgData name="Eric Dobbs" userId="c3e04ad9674fc5b2" providerId="LiveId" clId="{44D212E8-3274-465A-869D-9E6009D3334A}" dt="2026-02-12T18:26:13.127" v="790" actId="2890"/>
        <pc:sldMkLst>
          <pc:docMk/>
          <pc:sldMk cId="3476465581" sldId="410"/>
        </pc:sldMkLst>
      </pc:sldChg>
      <pc:sldChg chg="add del ord">
        <pc:chgData name="Eric Dobbs" userId="c3e04ad9674fc5b2" providerId="LiveId" clId="{44D212E8-3274-465A-869D-9E6009D3334A}" dt="2026-02-12T18:26:05.434" v="789" actId="2696"/>
        <pc:sldMkLst>
          <pc:docMk/>
          <pc:sldMk cId="3830287873" sldId="410"/>
        </pc:sldMkLst>
      </pc:sldChg>
      <pc:sldChg chg="addSp delSp modSp add mod delAnim">
        <pc:chgData name="Eric Dobbs" userId="c3e04ad9674fc5b2" providerId="LiveId" clId="{44D212E8-3274-465A-869D-9E6009D3334A}" dt="2026-02-12T18:44:33.109" v="843" actId="1076"/>
        <pc:sldMkLst>
          <pc:docMk/>
          <pc:sldMk cId="4107823649" sldId="411"/>
        </pc:sldMkLst>
        <pc:spChg chg="mod">
          <ac:chgData name="Eric Dobbs" userId="c3e04ad9674fc5b2" providerId="LiveId" clId="{44D212E8-3274-465A-869D-9E6009D3334A}" dt="2026-02-12T18:43:45.866" v="837" actId="6549"/>
          <ac:spMkLst>
            <pc:docMk/>
            <pc:sldMk cId="4107823649" sldId="411"/>
            <ac:spMk id="7171" creationId="{3435425D-EFF7-1C88-51E1-EFB8C81CFCFE}"/>
          </ac:spMkLst>
        </pc:spChg>
        <pc:picChg chg="add mod">
          <ac:chgData name="Eric Dobbs" userId="c3e04ad9674fc5b2" providerId="LiveId" clId="{44D212E8-3274-465A-869D-9E6009D3334A}" dt="2026-02-12T18:43:56.553" v="841" actId="1076"/>
          <ac:picMkLst>
            <pc:docMk/>
            <pc:sldMk cId="4107823649" sldId="411"/>
            <ac:picMk id="3" creationId="{7D9E23D3-84CE-8CDA-05FF-D1098AA05FF4}"/>
          </ac:picMkLst>
        </pc:picChg>
        <pc:picChg chg="add mod">
          <ac:chgData name="Eric Dobbs" userId="c3e04ad9674fc5b2" providerId="LiveId" clId="{44D212E8-3274-465A-869D-9E6009D3334A}" dt="2026-02-12T18:44:33.109" v="843" actId="1076"/>
          <ac:picMkLst>
            <pc:docMk/>
            <pc:sldMk cId="4107823649" sldId="411"/>
            <ac:picMk id="5" creationId="{CDF0941E-EA4D-DC93-4E32-DE6CD5DFA00F}"/>
          </ac:picMkLst>
        </pc:picChg>
        <pc:picChg chg="del">
          <ac:chgData name="Eric Dobbs" userId="c3e04ad9674fc5b2" providerId="LiveId" clId="{44D212E8-3274-465A-869D-9E6009D3334A}" dt="2026-02-12T18:43:48.222" v="838" actId="478"/>
          <ac:picMkLst>
            <pc:docMk/>
            <pc:sldMk cId="4107823649" sldId="411"/>
            <ac:picMk id="11" creationId="{DDE14678-729B-8F71-A5FF-BBBB2AC36C83}"/>
          </ac:picMkLst>
        </pc:picChg>
        <pc:picChg chg="del">
          <ac:chgData name="Eric Dobbs" userId="c3e04ad9674fc5b2" providerId="LiveId" clId="{44D212E8-3274-465A-869D-9E6009D3334A}" dt="2026-02-12T18:43:49.937" v="839" actId="478"/>
          <ac:picMkLst>
            <pc:docMk/>
            <pc:sldMk cId="4107823649" sldId="411"/>
            <ac:picMk id="13" creationId="{9640AB1E-7A30-776B-55DD-9AE75FE195CA}"/>
          </ac:picMkLst>
        </pc:picChg>
      </pc:sldChg>
      <pc:sldChg chg="addSp delSp modSp add mod">
        <pc:chgData name="Eric Dobbs" userId="c3e04ad9674fc5b2" providerId="LiveId" clId="{44D212E8-3274-465A-869D-9E6009D3334A}" dt="2026-02-12T18:48:28.278" v="889" actId="1076"/>
        <pc:sldMkLst>
          <pc:docMk/>
          <pc:sldMk cId="2992612992" sldId="412"/>
        </pc:sldMkLst>
        <pc:spChg chg="add mod">
          <ac:chgData name="Eric Dobbs" userId="c3e04ad9674fc5b2" providerId="LiveId" clId="{44D212E8-3274-465A-869D-9E6009D3334A}" dt="2026-02-12T18:47:13.093" v="870" actId="20577"/>
          <ac:spMkLst>
            <pc:docMk/>
            <pc:sldMk cId="2992612992" sldId="412"/>
            <ac:spMk id="2" creationId="{A94A3B9D-2D44-3FA4-D5DC-FCAA07E4D3A3}"/>
          </ac:spMkLst>
        </pc:spChg>
        <pc:spChg chg="add mod">
          <ac:chgData name="Eric Dobbs" userId="c3e04ad9674fc5b2" providerId="LiveId" clId="{44D212E8-3274-465A-869D-9E6009D3334A}" dt="2026-02-12T18:48:01.854" v="883" actId="20577"/>
          <ac:spMkLst>
            <pc:docMk/>
            <pc:sldMk cId="2992612992" sldId="412"/>
            <ac:spMk id="4" creationId="{2A0FE2AF-990A-1E0E-6217-69F21995B282}"/>
          </ac:spMkLst>
        </pc:spChg>
        <pc:spChg chg="del">
          <ac:chgData name="Eric Dobbs" userId="c3e04ad9674fc5b2" providerId="LiveId" clId="{44D212E8-3274-465A-869D-9E6009D3334A}" dt="2026-02-12T18:47:30.940" v="871" actId="478"/>
          <ac:spMkLst>
            <pc:docMk/>
            <pc:sldMk cId="2992612992" sldId="412"/>
            <ac:spMk id="6" creationId="{3F0E35AF-93F5-648F-B170-F43F9ACC0445}"/>
          </ac:spMkLst>
        </pc:spChg>
        <pc:spChg chg="add mod">
          <ac:chgData name="Eric Dobbs" userId="c3e04ad9674fc5b2" providerId="LiveId" clId="{44D212E8-3274-465A-869D-9E6009D3334A}" dt="2026-02-12T18:48:28.278" v="889" actId="1076"/>
          <ac:spMkLst>
            <pc:docMk/>
            <pc:sldMk cId="2992612992" sldId="412"/>
            <ac:spMk id="7" creationId="{47F76BEC-97F3-958F-F3B2-FB20A860B684}"/>
          </ac:spMkLst>
        </pc:spChg>
        <pc:picChg chg="del">
          <ac:chgData name="Eric Dobbs" userId="c3e04ad9674fc5b2" providerId="LiveId" clId="{44D212E8-3274-465A-869D-9E6009D3334A}" dt="2026-02-12T18:45:27.099" v="845" actId="478"/>
          <ac:picMkLst>
            <pc:docMk/>
            <pc:sldMk cId="2992612992" sldId="412"/>
            <ac:picMk id="3" creationId="{B2D4625D-4CE9-ED41-A92A-FB367EBB791C}"/>
          </ac:picMkLst>
        </pc:picChg>
        <pc:picChg chg="del">
          <ac:chgData name="Eric Dobbs" userId="c3e04ad9674fc5b2" providerId="LiveId" clId="{44D212E8-3274-465A-869D-9E6009D3334A}" dt="2026-02-12T18:45:28.911" v="846" actId="478"/>
          <ac:picMkLst>
            <pc:docMk/>
            <pc:sldMk cId="2992612992" sldId="412"/>
            <ac:picMk id="5" creationId="{0A3553BB-EDA9-4115-5F2B-254B3874687E}"/>
          </ac:picMkLst>
        </pc:picChg>
      </pc:sldChg>
      <pc:sldChg chg="addSp delSp modSp add mod delAnim">
        <pc:chgData name="Eric Dobbs" userId="c3e04ad9674fc5b2" providerId="LiveId" clId="{44D212E8-3274-465A-869D-9E6009D3334A}" dt="2026-02-12T19:37:00.589" v="1014" actId="1076"/>
        <pc:sldMkLst>
          <pc:docMk/>
          <pc:sldMk cId="2425532039" sldId="413"/>
        </pc:sldMkLst>
        <pc:spChg chg="add">
          <ac:chgData name="Eric Dobbs" userId="c3e04ad9674fc5b2" providerId="LiveId" clId="{44D212E8-3274-465A-869D-9E6009D3334A}" dt="2026-02-12T19:23:37.520" v="949"/>
          <ac:spMkLst>
            <pc:docMk/>
            <pc:sldMk cId="2425532039" sldId="413"/>
            <ac:spMk id="2" creationId="{C20CBE29-BBF0-D442-67D8-00EEE8D75A38}"/>
          </ac:spMkLst>
        </pc:spChg>
        <pc:spChg chg="add mod">
          <ac:chgData name="Eric Dobbs" userId="c3e04ad9674fc5b2" providerId="LiveId" clId="{44D212E8-3274-465A-869D-9E6009D3334A}" dt="2026-02-12T19:27:07.739" v="966" actId="1076"/>
          <ac:spMkLst>
            <pc:docMk/>
            <pc:sldMk cId="2425532039" sldId="413"/>
            <ac:spMk id="4" creationId="{953CCE90-AB10-2355-74CA-2C9BC637291A}"/>
          </ac:spMkLst>
        </pc:spChg>
        <pc:spChg chg="add mod">
          <ac:chgData name="Eric Dobbs" userId="c3e04ad9674fc5b2" providerId="LiveId" clId="{44D212E8-3274-465A-869D-9E6009D3334A}" dt="2026-02-12T19:25:21.711" v="959" actId="1076"/>
          <ac:spMkLst>
            <pc:docMk/>
            <pc:sldMk cId="2425532039" sldId="413"/>
            <ac:spMk id="5" creationId="{D65C9107-4F60-F08F-CE40-DAC0422B3BC2}"/>
          </ac:spMkLst>
        </pc:spChg>
        <pc:spChg chg="del">
          <ac:chgData name="Eric Dobbs" userId="c3e04ad9674fc5b2" providerId="LiveId" clId="{44D212E8-3274-465A-869D-9E6009D3334A}" dt="2026-02-12T19:22:52.208" v="948" actId="478"/>
          <ac:spMkLst>
            <pc:docMk/>
            <pc:sldMk cId="2425532039" sldId="413"/>
            <ac:spMk id="6" creationId="{1C0440B7-67EF-8503-0859-041F157D8875}"/>
          </ac:spMkLst>
        </pc:spChg>
        <pc:spChg chg="add mod">
          <ac:chgData name="Eric Dobbs" userId="c3e04ad9674fc5b2" providerId="LiveId" clId="{44D212E8-3274-465A-869D-9E6009D3334A}" dt="2026-02-12T19:25:18.097" v="958" actId="1076"/>
          <ac:spMkLst>
            <pc:docMk/>
            <pc:sldMk cId="2425532039" sldId="413"/>
            <ac:spMk id="7" creationId="{158F88C4-559E-2AE7-782B-025294415E06}"/>
          </ac:spMkLst>
        </pc:spChg>
        <pc:spChg chg="add mod">
          <ac:chgData name="Eric Dobbs" userId="c3e04ad9674fc5b2" providerId="LiveId" clId="{44D212E8-3274-465A-869D-9E6009D3334A}" dt="2026-02-12T19:27:32.479" v="969" actId="1076"/>
          <ac:spMkLst>
            <pc:docMk/>
            <pc:sldMk cId="2425532039" sldId="413"/>
            <ac:spMk id="15" creationId="{7B631F0D-C33D-1FBA-942E-BBAA755D591E}"/>
          </ac:spMkLst>
        </pc:spChg>
        <pc:spChg chg="add mod">
          <ac:chgData name="Eric Dobbs" userId="c3e04ad9674fc5b2" providerId="LiveId" clId="{44D212E8-3274-465A-869D-9E6009D3334A}" dt="2026-02-12T19:28:14.909" v="974" actId="1076"/>
          <ac:spMkLst>
            <pc:docMk/>
            <pc:sldMk cId="2425532039" sldId="413"/>
            <ac:spMk id="18" creationId="{E3A43922-B090-6C28-1D22-BA185017AD22}"/>
          </ac:spMkLst>
        </pc:spChg>
        <pc:spChg chg="add del mod">
          <ac:chgData name="Eric Dobbs" userId="c3e04ad9674fc5b2" providerId="LiveId" clId="{44D212E8-3274-465A-869D-9E6009D3334A}" dt="2026-02-12T19:30:40.183" v="989"/>
          <ac:spMkLst>
            <pc:docMk/>
            <pc:sldMk cId="2425532039" sldId="413"/>
            <ac:spMk id="26" creationId="{6B0802F8-66B7-2F7C-87D3-A313988CC801}"/>
          </ac:spMkLst>
        </pc:spChg>
        <pc:spChg chg="add mod">
          <ac:chgData name="Eric Dobbs" userId="c3e04ad9674fc5b2" providerId="LiveId" clId="{44D212E8-3274-465A-869D-9E6009D3334A}" dt="2026-02-12T19:36:27.546" v="1008" actId="1076"/>
          <ac:spMkLst>
            <pc:docMk/>
            <pc:sldMk cId="2425532039" sldId="413"/>
            <ac:spMk id="27" creationId="{7C8A3A2A-3E9C-C9BE-F3C0-12C19D02516F}"/>
          </ac:spMkLst>
        </pc:spChg>
        <pc:spChg chg="add mod">
          <ac:chgData name="Eric Dobbs" userId="c3e04ad9674fc5b2" providerId="LiveId" clId="{44D212E8-3274-465A-869D-9E6009D3334A}" dt="2026-02-12T19:37:00.589" v="1014" actId="1076"/>
          <ac:spMkLst>
            <pc:docMk/>
            <pc:sldMk cId="2425532039" sldId="413"/>
            <ac:spMk id="29" creationId="{91176178-3C5D-BE74-E76D-69C313102597}"/>
          </ac:spMkLst>
        </pc:spChg>
        <pc:spChg chg="add mod">
          <ac:chgData name="Eric Dobbs" userId="c3e04ad9674fc5b2" providerId="LiveId" clId="{44D212E8-3274-465A-869D-9E6009D3334A}" dt="2026-02-12T19:36:06.088" v="1005" actId="1076"/>
          <ac:spMkLst>
            <pc:docMk/>
            <pc:sldMk cId="2425532039" sldId="413"/>
            <ac:spMk id="30" creationId="{A0B4C4FB-1B83-6ED5-43EB-952FFF41B183}"/>
          </ac:spMkLst>
        </pc:spChg>
        <pc:spChg chg="add mod">
          <ac:chgData name="Eric Dobbs" userId="c3e04ad9674fc5b2" providerId="LiveId" clId="{44D212E8-3274-465A-869D-9E6009D3334A}" dt="2026-02-12T19:36:44.256" v="1011" actId="1076"/>
          <ac:spMkLst>
            <pc:docMk/>
            <pc:sldMk cId="2425532039" sldId="413"/>
            <ac:spMk id="31" creationId="{1D5C547D-BB64-28E7-8E4B-8368233804B3}"/>
          </ac:spMkLst>
        </pc:spChg>
        <pc:spChg chg="mod">
          <ac:chgData name="Eric Dobbs" userId="c3e04ad9674fc5b2" providerId="LiveId" clId="{44D212E8-3274-465A-869D-9E6009D3334A}" dt="2026-02-12T19:22:43.945" v="945" actId="20577"/>
          <ac:spMkLst>
            <pc:docMk/>
            <pc:sldMk cId="2425532039" sldId="413"/>
            <ac:spMk id="7171" creationId="{EE04F842-C051-0128-9081-B82E2620FD31}"/>
          </ac:spMkLst>
        </pc:spChg>
        <pc:picChg chg="del">
          <ac:chgData name="Eric Dobbs" userId="c3e04ad9674fc5b2" providerId="LiveId" clId="{44D212E8-3274-465A-869D-9E6009D3334A}" dt="2026-02-12T19:22:46.704" v="946" actId="478"/>
          <ac:picMkLst>
            <pc:docMk/>
            <pc:sldMk cId="2425532039" sldId="413"/>
            <ac:picMk id="11" creationId="{1F4A5064-800A-1AD3-23C7-B4294FB87ECE}"/>
          </ac:picMkLst>
        </pc:picChg>
        <pc:picChg chg="del">
          <ac:chgData name="Eric Dobbs" userId="c3e04ad9674fc5b2" providerId="LiveId" clId="{44D212E8-3274-465A-869D-9E6009D3334A}" dt="2026-02-12T19:22:48.320" v="947" actId="478"/>
          <ac:picMkLst>
            <pc:docMk/>
            <pc:sldMk cId="2425532039" sldId="413"/>
            <ac:picMk id="13" creationId="{6672BAE6-4082-672E-5045-B5F1A80C5424}"/>
          </ac:picMkLst>
        </pc:picChg>
        <pc:cxnChg chg="add mod">
          <ac:chgData name="Eric Dobbs" userId="c3e04ad9674fc5b2" providerId="LiveId" clId="{44D212E8-3274-465A-869D-9E6009D3334A}" dt="2026-02-12T19:25:56.644" v="961" actId="692"/>
          <ac:cxnSpMkLst>
            <pc:docMk/>
            <pc:sldMk cId="2425532039" sldId="413"/>
            <ac:cxnSpMk id="9" creationId="{293BDAF1-CEFD-FF1B-81BB-819D391B9EC8}"/>
          </ac:cxnSpMkLst>
        </pc:cxnChg>
        <pc:cxnChg chg="add mod">
          <ac:chgData name="Eric Dobbs" userId="c3e04ad9674fc5b2" providerId="LiveId" clId="{44D212E8-3274-465A-869D-9E6009D3334A}" dt="2026-02-12T19:26:22.624" v="963" actId="692"/>
          <ac:cxnSpMkLst>
            <pc:docMk/>
            <pc:sldMk cId="2425532039" sldId="413"/>
            <ac:cxnSpMk id="12" creationId="{75E08669-CB18-076D-EE1C-6C243241260D}"/>
          </ac:cxnSpMkLst>
        </pc:cxnChg>
        <pc:cxnChg chg="add mod">
          <ac:chgData name="Eric Dobbs" userId="c3e04ad9674fc5b2" providerId="LiveId" clId="{44D212E8-3274-465A-869D-9E6009D3334A}" dt="2026-02-12T19:26:52.614" v="965" actId="1076"/>
          <ac:cxnSpMkLst>
            <pc:docMk/>
            <pc:sldMk cId="2425532039" sldId="413"/>
            <ac:cxnSpMk id="14" creationId="{A309B4E0-54E9-C280-21D8-2B90C8688B36}"/>
          </ac:cxnSpMkLst>
        </pc:cxnChg>
        <pc:cxnChg chg="add mod">
          <ac:chgData name="Eric Dobbs" userId="c3e04ad9674fc5b2" providerId="LiveId" clId="{44D212E8-3274-465A-869D-9E6009D3334A}" dt="2026-02-12T19:27:57.729" v="972" actId="14100"/>
          <ac:cxnSpMkLst>
            <pc:docMk/>
            <pc:sldMk cId="2425532039" sldId="413"/>
            <ac:cxnSpMk id="16" creationId="{C328EF6E-73E3-C51A-C67F-E6CC23B2DC46}"/>
          </ac:cxnSpMkLst>
        </pc:cxnChg>
        <pc:cxnChg chg="add mod">
          <ac:chgData name="Eric Dobbs" userId="c3e04ad9674fc5b2" providerId="LiveId" clId="{44D212E8-3274-465A-869D-9E6009D3334A}" dt="2026-02-12T19:28:56.299" v="976" actId="692"/>
          <ac:cxnSpMkLst>
            <pc:docMk/>
            <pc:sldMk cId="2425532039" sldId="413"/>
            <ac:cxnSpMk id="20" creationId="{8E16323A-AC72-0FC3-434F-7BE47158787B}"/>
          </ac:cxnSpMkLst>
        </pc:cxnChg>
        <pc:cxnChg chg="add mod">
          <ac:chgData name="Eric Dobbs" userId="c3e04ad9674fc5b2" providerId="LiveId" clId="{44D212E8-3274-465A-869D-9E6009D3334A}" dt="2026-02-12T19:29:34.848" v="978" actId="692"/>
          <ac:cxnSpMkLst>
            <pc:docMk/>
            <pc:sldMk cId="2425532039" sldId="413"/>
            <ac:cxnSpMk id="22" creationId="{70DBF565-883F-82B6-4822-7AAA61E6A22F}"/>
          </ac:cxnSpMkLst>
        </pc:cxnChg>
        <pc:cxnChg chg="add mod">
          <ac:chgData name="Eric Dobbs" userId="c3e04ad9674fc5b2" providerId="LiveId" clId="{44D212E8-3274-465A-869D-9E6009D3334A}" dt="2026-02-12T19:30:47.388" v="990" actId="14100"/>
          <ac:cxnSpMkLst>
            <pc:docMk/>
            <pc:sldMk cId="2425532039" sldId="413"/>
            <ac:cxnSpMk id="24" creationId="{1C3C586B-87C4-1EE1-3373-A19AB26376AB}"/>
          </ac:cxnSpMkLst>
        </pc:cxnChg>
      </pc:sldChg>
      <pc:sldChg chg="modSp add del mod">
        <pc:chgData name="Eric Dobbs" userId="c3e04ad9674fc5b2" providerId="LiveId" clId="{44D212E8-3274-465A-869D-9E6009D3334A}" dt="2026-02-12T18:52:41.769" v="930" actId="47"/>
        <pc:sldMkLst>
          <pc:docMk/>
          <pc:sldMk cId="2643595200" sldId="413"/>
        </pc:sldMkLst>
        <pc:spChg chg="mod">
          <ac:chgData name="Eric Dobbs" userId="c3e04ad9674fc5b2" providerId="LiveId" clId="{44D212E8-3274-465A-869D-9E6009D3334A}" dt="2026-02-12T18:52:32.195" v="929" actId="20577"/>
          <ac:spMkLst>
            <pc:docMk/>
            <pc:sldMk cId="2643595200" sldId="413"/>
            <ac:spMk id="7171" creationId="{38CE0501-31AD-F36D-248F-75791EE6EE78}"/>
          </ac:spMkLst>
        </pc:spChg>
      </pc:sldChg>
      <pc:sldChg chg="addSp modSp new mod">
        <pc:chgData name="Eric Dobbs" userId="c3e04ad9674fc5b2" providerId="LiveId" clId="{44D212E8-3274-465A-869D-9E6009D3334A}" dt="2026-02-12T20:26:26.082" v="1098" actId="14100"/>
        <pc:sldMkLst>
          <pc:docMk/>
          <pc:sldMk cId="3067426729" sldId="414"/>
        </pc:sldMkLst>
        <pc:spChg chg="mod">
          <ac:chgData name="Eric Dobbs" userId="c3e04ad9674fc5b2" providerId="LiveId" clId="{44D212E8-3274-465A-869D-9E6009D3334A}" dt="2026-02-12T20:21:05.082" v="1067" actId="207"/>
          <ac:spMkLst>
            <pc:docMk/>
            <pc:sldMk cId="3067426729" sldId="414"/>
            <ac:spMk id="2" creationId="{B461D95C-BCFA-3D6E-A799-E2B9F31B1D16}"/>
          </ac:spMkLst>
        </pc:spChg>
        <pc:spChg chg="mod">
          <ac:chgData name="Eric Dobbs" userId="c3e04ad9674fc5b2" providerId="LiveId" clId="{44D212E8-3274-465A-869D-9E6009D3334A}" dt="2026-02-12T20:26:26.082" v="1098" actId="14100"/>
          <ac:spMkLst>
            <pc:docMk/>
            <pc:sldMk cId="3067426729" sldId="414"/>
            <ac:spMk id="3" creationId="{3A268032-6DB5-35B6-461D-3887B6769EBB}"/>
          </ac:spMkLst>
        </pc:spChg>
        <pc:spChg chg="add">
          <ac:chgData name="Eric Dobbs" userId="c3e04ad9674fc5b2" providerId="LiveId" clId="{44D212E8-3274-465A-869D-9E6009D3334A}" dt="2026-02-12T20:20:27.715" v="1060"/>
          <ac:spMkLst>
            <pc:docMk/>
            <pc:sldMk cId="3067426729" sldId="414"/>
            <ac:spMk id="4" creationId="{CB6E29A5-97DD-3E1E-81F8-E08F86D2F535}"/>
          </ac:spMkLst>
        </pc:spChg>
      </pc:sldChg>
      <pc:sldChg chg="addSp delSp modSp new mod modClrScheme chgLayout">
        <pc:chgData name="Eric Dobbs" userId="c3e04ad9674fc5b2" providerId="LiveId" clId="{44D212E8-3274-465A-869D-9E6009D3334A}" dt="2026-02-12T20:40:10.389" v="1220" actId="12"/>
        <pc:sldMkLst>
          <pc:docMk/>
          <pc:sldMk cId="2518935952" sldId="415"/>
        </pc:sldMkLst>
        <pc:spChg chg="del">
          <ac:chgData name="Eric Dobbs" userId="c3e04ad9674fc5b2" providerId="LiveId" clId="{44D212E8-3274-465A-869D-9E6009D3334A}" dt="2026-02-12T20:37:56.440" v="1104" actId="700"/>
          <ac:spMkLst>
            <pc:docMk/>
            <pc:sldMk cId="2518935952" sldId="415"/>
            <ac:spMk id="2" creationId="{AB4BF2B1-E022-1726-2095-496D222A9C1F}"/>
          </ac:spMkLst>
        </pc:spChg>
        <pc:spChg chg="del">
          <ac:chgData name="Eric Dobbs" userId="c3e04ad9674fc5b2" providerId="LiveId" clId="{44D212E8-3274-465A-869D-9E6009D3334A}" dt="2026-02-12T20:37:56.440" v="1104" actId="700"/>
          <ac:spMkLst>
            <pc:docMk/>
            <pc:sldMk cId="2518935952" sldId="415"/>
            <ac:spMk id="3" creationId="{C1BF7063-2F39-8934-ADB9-E77DDE76EC4D}"/>
          </ac:spMkLst>
        </pc:spChg>
        <pc:spChg chg="add mod">
          <ac:chgData name="Eric Dobbs" userId="c3e04ad9674fc5b2" providerId="LiveId" clId="{44D212E8-3274-465A-869D-9E6009D3334A}" dt="2026-02-12T20:40:10.389" v="1220" actId="12"/>
          <ac:spMkLst>
            <pc:docMk/>
            <pc:sldMk cId="2518935952" sldId="415"/>
            <ac:spMk id="5" creationId="{856F8F27-AC9A-F20B-BACD-7BA17E15B57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2/12/2026</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2/12/2026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40053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3EB65-898B-89D5-33BA-7B6644E7EE74}"/>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E3AF970C-680B-A056-2785-AF58A6A274A5}"/>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0BC0702E-3CCF-3A53-4CED-7FF60162696B}"/>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The while keyword, the Boolean evaluation to true, open </a:t>
            </a:r>
            <a:r>
              <a:rPr lang="en-US" altLang="en-US" dirty="0" err="1"/>
              <a:t>parens</a:t>
            </a:r>
            <a:r>
              <a:rPr lang="en-US" altLang="en-US" dirty="0"/>
              <a:t>, loop body, and closed </a:t>
            </a:r>
            <a:r>
              <a:rPr lang="en-US" altLang="en-US" dirty="0" err="1"/>
              <a:t>parens</a:t>
            </a:r>
            <a:endParaRPr lang="en-US" altLang="en-US" dirty="0"/>
          </a:p>
          <a:p>
            <a:r>
              <a:rPr lang="en-US" altLang="en-US" dirty="0"/>
              <a:t>Next discuss the </a:t>
            </a:r>
            <a:r>
              <a:rPr lang="en-US" altLang="en-US" dirty="0" err="1"/>
              <a:t>flowchar</a:t>
            </a:r>
            <a:endParaRPr lang="en-US" altLang="en-US" dirty="0"/>
          </a:p>
        </p:txBody>
      </p:sp>
    </p:spTree>
    <p:extLst>
      <p:ext uri="{BB962C8B-B14F-4D97-AF65-F5344CB8AC3E}">
        <p14:creationId xmlns:p14="http://schemas.microsoft.com/office/powerpoint/2010/main" val="1667234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E5B63-D355-0EF1-EA7A-11C9E6DD8DCB}"/>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1119EC13-94CB-95A6-4CFE-1B6D29B584FB}"/>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7DDA93D2-F913-BB26-B14A-DFBD8112387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The while keyword, the Boolean evaluation to true, open </a:t>
            </a:r>
            <a:r>
              <a:rPr lang="en-US" altLang="en-US" dirty="0" err="1"/>
              <a:t>parens</a:t>
            </a:r>
            <a:r>
              <a:rPr lang="en-US" altLang="en-US" dirty="0"/>
              <a:t>, loop body, and closed </a:t>
            </a:r>
            <a:r>
              <a:rPr lang="en-US" altLang="en-US" dirty="0" err="1"/>
              <a:t>parens</a:t>
            </a:r>
            <a:endParaRPr lang="en-US" altLang="en-US" dirty="0"/>
          </a:p>
          <a:p>
            <a:r>
              <a:rPr lang="en-US" altLang="en-US" dirty="0"/>
              <a:t>Next speak to the code and show the example in the code.</a:t>
            </a:r>
          </a:p>
        </p:txBody>
      </p:sp>
    </p:spTree>
    <p:extLst>
      <p:ext uri="{BB962C8B-B14F-4D97-AF65-F5344CB8AC3E}">
        <p14:creationId xmlns:p14="http://schemas.microsoft.com/office/powerpoint/2010/main" val="467915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4727-F24F-BF65-1BD7-490613BDB978}"/>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830E4A50-E198-1E2C-214B-051029972649}"/>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E90B35AA-086A-C8F1-95FC-6D5F010612A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TestDoWhile.java</a:t>
            </a:r>
          </a:p>
        </p:txBody>
      </p:sp>
    </p:spTree>
    <p:extLst>
      <p:ext uri="{BB962C8B-B14F-4D97-AF65-F5344CB8AC3E}">
        <p14:creationId xmlns:p14="http://schemas.microsoft.com/office/powerpoint/2010/main" val="480486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E65A5-5850-B5E8-6353-F1EB7A81A495}"/>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435F5DD6-6B20-91B5-1EBA-63B62464960E}"/>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86BCF192-9CEE-392F-5491-6073A133D398}"/>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TestDoWhile.java</a:t>
            </a:r>
          </a:p>
        </p:txBody>
      </p:sp>
    </p:spTree>
    <p:extLst>
      <p:ext uri="{BB962C8B-B14F-4D97-AF65-F5344CB8AC3E}">
        <p14:creationId xmlns:p14="http://schemas.microsoft.com/office/powerpoint/2010/main" val="3602862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58066-9439-6479-505B-A6BF3802F2B6}"/>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F3B6EF8E-F428-ABF1-65E7-024DFD92FD70}"/>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0D91156E-C7C9-5F8A-5A58-CEDEC640064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TestDoWhile.java</a:t>
            </a:r>
          </a:p>
        </p:txBody>
      </p:sp>
    </p:spTree>
    <p:extLst>
      <p:ext uri="{BB962C8B-B14F-4D97-AF65-F5344CB8AC3E}">
        <p14:creationId xmlns:p14="http://schemas.microsoft.com/office/powerpoint/2010/main" val="3666860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73D7-24F8-C339-8839-1F1E866F5A90}"/>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D45E5A3C-2CB1-3D04-8C45-E7D1CE91B437}"/>
              </a:ext>
            </a:extLst>
          </p:cNvPr>
          <p:cNvSpPr>
            <a:spLocks noGrp="1" noRot="1" noChangeAspect="1" noChangeArrowheads="1" noTextEdit="1"/>
          </p:cNvSpPr>
          <p:nvPr>
            <p:ph type="sldImg"/>
          </p:nvPr>
        </p:nvSpPr>
        <p:spPr bwMode="auto">
          <a:xfrm>
            <a:off x="393700" y="692150"/>
            <a:ext cx="6070600" cy="3416300"/>
          </a:xfrm>
          <a:prstGeom prst="rect">
            <a:avLst/>
          </a:prstGeom>
          <a:solidFill>
            <a:srgbClr val="FFFFFF"/>
          </a:solidFill>
          <a:ln>
            <a:solidFill>
              <a:srgbClr val="000000"/>
            </a:solidFill>
            <a:miter lim="800000"/>
            <a:headEnd/>
            <a:tailEnd/>
          </a:ln>
        </p:spPr>
      </p:sp>
      <p:sp>
        <p:nvSpPr>
          <p:cNvPr id="8195" name="Rectangle 3">
            <a:extLst>
              <a:ext uri="{FF2B5EF4-FFF2-40B4-BE49-F238E27FC236}">
                <a16:creationId xmlns:a16="http://schemas.microsoft.com/office/drawing/2014/main" id="{EF66930F-64C9-3869-7522-EAB8AF86C8BD}"/>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en-US" dirty="0"/>
              <a:t>Speak to the syntax – </a:t>
            </a:r>
          </a:p>
          <a:p>
            <a:r>
              <a:rPr lang="en-US" altLang="en-US" dirty="0"/>
              <a:t>TestDoWhile.java</a:t>
            </a:r>
          </a:p>
        </p:txBody>
      </p:sp>
    </p:spTree>
    <p:extLst>
      <p:ext uri="{BB962C8B-B14F-4D97-AF65-F5344CB8AC3E}">
        <p14:creationId xmlns:p14="http://schemas.microsoft.com/office/powerpoint/2010/main" val="1456446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2/12/2026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liveexample.pearsoncmg.com/html/TestSum.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slideLayout" Target="../slideLayouts/slideLayout2.xml"/><Relationship Id="rId4" Type="http://schemas.openxmlformats.org/officeDocument/2006/relationships/hyperlink" Target="https://liveexample.pearsoncmg.com/html/Palindrome.html"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liveexample.pearsoncmg.com/html/PrimeNumber.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5" name="Picture 4" descr="chain links">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blip>
          <a:srcRect t="23391" r="9091"/>
          <a:stretch/>
        </p:blipFill>
        <p:spPr>
          <a:xfrm>
            <a:off x="20" y="10"/>
            <a:ext cx="12191980" cy="6857990"/>
          </a:xfrm>
          <a:prstGeom prst="rect">
            <a:avLst/>
          </a:prstGeom>
        </p:spPr>
      </p:pic>
      <p:sp>
        <p:nvSpPr>
          <p:cNvPr id="2" name="Title 1">
            <a:extLst>
              <a:ext uri="{FF2B5EF4-FFF2-40B4-BE49-F238E27FC236}">
                <a16:creationId xmlns:a16="http://schemas.microsoft.com/office/drawing/2014/main" id="{3D30D32A-359B-41BB-9746-2CF3A21EEFFC}"/>
              </a:ext>
            </a:extLst>
          </p:cNvPr>
          <p:cNvSpPr>
            <a:spLocks noGrp="1"/>
          </p:cNvSpPr>
          <p:nvPr>
            <p:ph type="ctrTitle"/>
          </p:nvPr>
        </p:nvSpPr>
        <p:spPr>
          <a:xfrm>
            <a:off x="1092325" y="1447800"/>
            <a:ext cx="8825658" cy="3329581"/>
          </a:xfrm>
        </p:spPr>
        <p:txBody>
          <a:bodyPr>
            <a:normAutofit/>
          </a:bodyPr>
          <a:lstStyle/>
          <a:p>
            <a:r>
              <a:rPr lang="en-US" sz="6600" dirty="0"/>
              <a:t>Java Programming I</a:t>
            </a:r>
            <a:endParaRPr lang="ru-RU" sz="6600" dirty="0"/>
          </a:p>
        </p:txBody>
      </p:sp>
      <p:sp>
        <p:nvSpPr>
          <p:cNvPr id="3" name="Subtitle 2">
            <a:extLst>
              <a:ext uri="{FF2B5EF4-FFF2-40B4-BE49-F238E27FC236}">
                <a16:creationId xmlns:a16="http://schemas.microsoft.com/office/drawing/2014/main" id="{B4CA222A-88BC-48F4-9AE8-2115B7D1E6DC}"/>
              </a:ext>
            </a:extLst>
          </p:cNvPr>
          <p:cNvSpPr>
            <a:spLocks noGrp="1"/>
          </p:cNvSpPr>
          <p:nvPr>
            <p:ph type="subTitle" idx="1"/>
          </p:nvPr>
        </p:nvSpPr>
        <p:spPr>
          <a:xfrm>
            <a:off x="1154955" y="4777380"/>
            <a:ext cx="8825658" cy="861420"/>
          </a:xfrm>
        </p:spPr>
        <p:txBody>
          <a:bodyPr>
            <a:normAutofit fontScale="85000" lnSpcReduction="20000"/>
          </a:bodyPr>
          <a:lstStyle/>
          <a:p>
            <a:r>
              <a:rPr lang="en-US" sz="3600" dirty="0"/>
              <a:t>Cist2371 – lesson5 (</a:t>
            </a:r>
            <a:r>
              <a:rPr lang="en-US" sz="3600" b="1" dirty="0"/>
              <a:t>Loops – (Repeating structures)</a:t>
            </a:r>
            <a:r>
              <a:rPr lang="en-US" sz="3600" dirty="0"/>
              <a:t>)</a:t>
            </a:r>
          </a:p>
        </p:txBody>
      </p:sp>
      <p:sp>
        <p:nvSpPr>
          <p:cNvPr id="20" name="Rectangle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6">
            <a:extLst>
              <a:ext uri="{FF2B5EF4-FFF2-40B4-BE49-F238E27FC236}">
                <a16:creationId xmlns:a16="http://schemas.microsoft.com/office/drawing/2014/main" id="{65DD4B4B-20B7-4924-F35A-83C18AD5EE42}"/>
              </a:ext>
            </a:extLst>
          </p:cNvPr>
          <p:cNvSpPr>
            <a:spLocks noGrp="1" noChangeArrowheads="1"/>
          </p:cNvSpPr>
          <p:nvPr>
            <p:ph type="sldNum" sz="quarter" idx="12"/>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E96EA88-0FB5-4042-A25E-77B453EBAF0B}" type="slidenum">
              <a:rPr lang="en-US" altLang="en-US" sz="1400"/>
              <a:pPr>
                <a:spcBef>
                  <a:spcPct val="0"/>
                </a:spcBef>
                <a:buClrTx/>
                <a:buSzTx/>
                <a:buFontTx/>
                <a:buNone/>
              </a:pPr>
              <a:t>2</a:t>
            </a:fld>
            <a:endParaRPr lang="en-US" altLang="en-US" sz="1400"/>
          </a:p>
        </p:txBody>
      </p:sp>
      <p:sp>
        <p:nvSpPr>
          <p:cNvPr id="9219" name="Rectangle 2">
            <a:extLst>
              <a:ext uri="{FF2B5EF4-FFF2-40B4-BE49-F238E27FC236}">
                <a16:creationId xmlns:a16="http://schemas.microsoft.com/office/drawing/2014/main" id="{8708307F-C217-D0CD-CA5E-856FECC6C6EF}"/>
              </a:ext>
            </a:extLst>
          </p:cNvPr>
          <p:cNvSpPr>
            <a:spLocks noGrp="1" noChangeArrowheads="1"/>
          </p:cNvSpPr>
          <p:nvPr>
            <p:ph type="ctrTitle"/>
          </p:nvPr>
        </p:nvSpPr>
        <p:spPr>
          <a:xfrm>
            <a:off x="2133600" y="228601"/>
            <a:ext cx="7772400" cy="473075"/>
          </a:xfrm>
        </p:spPr>
        <p:txBody>
          <a:bodyPr/>
          <a:lstStyle/>
          <a:p>
            <a:r>
              <a:rPr lang="en-US" altLang="en-US" sz="4000"/>
              <a:t>Objectives</a:t>
            </a:r>
          </a:p>
        </p:txBody>
      </p:sp>
      <p:sp>
        <p:nvSpPr>
          <p:cNvPr id="9220" name="Rectangle 3">
            <a:extLst>
              <a:ext uri="{FF2B5EF4-FFF2-40B4-BE49-F238E27FC236}">
                <a16:creationId xmlns:a16="http://schemas.microsoft.com/office/drawing/2014/main" id="{B10B6B67-B852-433F-B930-5DE40EAC36C0}"/>
              </a:ext>
            </a:extLst>
          </p:cNvPr>
          <p:cNvSpPr>
            <a:spLocks noChangeArrowheads="1"/>
          </p:cNvSpPr>
          <p:nvPr/>
        </p:nvSpPr>
        <p:spPr bwMode="auto">
          <a:xfrm>
            <a:off x="1755775" y="741363"/>
            <a:ext cx="8688388" cy="549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hangingPunct="1">
              <a:spcBef>
                <a:spcPct val="0"/>
              </a:spcBef>
              <a:buClrTx/>
              <a:buSzTx/>
              <a:buFont typeface="Wingdings" panose="05000000000000000000" pitchFamily="2" charset="2"/>
              <a:buChar char="§"/>
            </a:pPr>
            <a:r>
              <a:rPr lang="en-US" altLang="en-US" sz="2100"/>
              <a:t>To write programs for executing statements repeatedly using a </a:t>
            </a:r>
            <a:r>
              <a:rPr lang="en-US" altLang="en-US" sz="2100" b="1"/>
              <a:t>while</a:t>
            </a:r>
            <a:r>
              <a:rPr lang="en-US" altLang="en-US" sz="2100"/>
              <a:t> loop (§5.2).</a:t>
            </a:r>
          </a:p>
          <a:p>
            <a:pPr hangingPunct="1">
              <a:spcBef>
                <a:spcPct val="0"/>
              </a:spcBef>
              <a:buClrTx/>
              <a:buSzTx/>
              <a:buFont typeface="Wingdings" panose="05000000000000000000" pitchFamily="2" charset="2"/>
              <a:buChar char="§"/>
            </a:pPr>
            <a:r>
              <a:rPr lang="en-US" altLang="en-US" sz="2100"/>
              <a:t>To follow the loop design strategy to develop loops (§§5.2.1–5.2.3).</a:t>
            </a:r>
          </a:p>
          <a:p>
            <a:pPr hangingPunct="1">
              <a:spcBef>
                <a:spcPct val="0"/>
              </a:spcBef>
              <a:buClrTx/>
              <a:buSzTx/>
              <a:buFont typeface="Wingdings" panose="05000000000000000000" pitchFamily="2" charset="2"/>
              <a:buChar char="§"/>
            </a:pPr>
            <a:r>
              <a:rPr lang="en-US" altLang="en-US" sz="2100"/>
              <a:t>To control a loop with a sentinel value (§5.2.4).</a:t>
            </a:r>
          </a:p>
          <a:p>
            <a:pPr hangingPunct="1">
              <a:spcBef>
                <a:spcPct val="0"/>
              </a:spcBef>
              <a:buClrTx/>
              <a:buSzTx/>
              <a:buFont typeface="Wingdings" panose="05000000000000000000" pitchFamily="2" charset="2"/>
              <a:buChar char="§"/>
            </a:pPr>
            <a:r>
              <a:rPr lang="en-US" altLang="en-US" sz="2100"/>
              <a:t>To obtain large input from a file using input redirection rather than typing from the keyboard (§5.2.5).</a:t>
            </a:r>
          </a:p>
          <a:p>
            <a:pPr hangingPunct="1">
              <a:spcBef>
                <a:spcPct val="0"/>
              </a:spcBef>
              <a:buClrTx/>
              <a:buSzTx/>
              <a:buFont typeface="Wingdings" panose="05000000000000000000" pitchFamily="2" charset="2"/>
              <a:buChar char="§"/>
            </a:pPr>
            <a:r>
              <a:rPr lang="en-US" altLang="en-US" sz="2100"/>
              <a:t>To write loops using </a:t>
            </a:r>
            <a:r>
              <a:rPr lang="en-US" altLang="en-US" sz="2100" b="1"/>
              <a:t>do-while</a:t>
            </a:r>
            <a:r>
              <a:rPr lang="en-US" altLang="en-US" sz="2100"/>
              <a:t> statements (§5.3).</a:t>
            </a:r>
          </a:p>
          <a:p>
            <a:pPr hangingPunct="1">
              <a:spcBef>
                <a:spcPct val="0"/>
              </a:spcBef>
              <a:buClrTx/>
              <a:buSzTx/>
              <a:buFont typeface="Wingdings" panose="05000000000000000000" pitchFamily="2" charset="2"/>
              <a:buChar char="§"/>
            </a:pPr>
            <a:r>
              <a:rPr lang="en-US" altLang="en-US" sz="2100"/>
              <a:t>To write loops using </a:t>
            </a:r>
            <a:r>
              <a:rPr lang="en-US" altLang="en-US" sz="2100" b="1"/>
              <a:t>for</a:t>
            </a:r>
            <a:r>
              <a:rPr lang="en-US" altLang="en-US" sz="2100"/>
              <a:t> statements (§5.4).</a:t>
            </a:r>
          </a:p>
          <a:p>
            <a:pPr hangingPunct="1">
              <a:spcBef>
                <a:spcPct val="0"/>
              </a:spcBef>
              <a:buClrTx/>
              <a:buSzTx/>
              <a:buFont typeface="Wingdings" panose="05000000000000000000" pitchFamily="2" charset="2"/>
              <a:buChar char="§"/>
            </a:pPr>
            <a:r>
              <a:rPr lang="en-US" altLang="en-US" sz="2100"/>
              <a:t>To discover the similarities and differences of three types of loop statements (§5.5).</a:t>
            </a:r>
          </a:p>
          <a:p>
            <a:pPr hangingPunct="1">
              <a:spcBef>
                <a:spcPct val="0"/>
              </a:spcBef>
              <a:buClrTx/>
              <a:buSzTx/>
              <a:buFont typeface="Wingdings" panose="05000000000000000000" pitchFamily="2" charset="2"/>
              <a:buChar char="§"/>
            </a:pPr>
            <a:r>
              <a:rPr lang="en-US" altLang="en-US" sz="2100"/>
              <a:t>To write nested loops (§5.6).</a:t>
            </a:r>
          </a:p>
          <a:p>
            <a:pPr hangingPunct="1">
              <a:spcBef>
                <a:spcPct val="0"/>
              </a:spcBef>
              <a:buClrTx/>
              <a:buSzTx/>
              <a:buFont typeface="Wingdings" panose="05000000000000000000" pitchFamily="2" charset="2"/>
              <a:buChar char="§"/>
            </a:pPr>
            <a:r>
              <a:rPr lang="en-US" altLang="en-US" sz="2100"/>
              <a:t>To learn the techniques for minimizing numerical errors (§5.7).</a:t>
            </a:r>
          </a:p>
          <a:p>
            <a:pPr hangingPunct="1">
              <a:spcBef>
                <a:spcPct val="0"/>
              </a:spcBef>
              <a:buClrTx/>
              <a:buSzTx/>
              <a:buFont typeface="Wingdings" panose="05000000000000000000" pitchFamily="2" charset="2"/>
              <a:buChar char="§"/>
            </a:pPr>
            <a:r>
              <a:rPr lang="en-US" altLang="en-US" sz="2100"/>
              <a:t>To learn loops from a variety of examples (</a:t>
            </a:r>
            <a:r>
              <a:rPr lang="en-US" altLang="en-US" sz="2100" b="1"/>
              <a:t>GCD</a:t>
            </a:r>
            <a:r>
              <a:rPr lang="en-US" altLang="en-US" sz="2100"/>
              <a:t>, </a:t>
            </a:r>
            <a:r>
              <a:rPr lang="en-US" altLang="en-US" sz="2100" b="1"/>
              <a:t>FutureTuition</a:t>
            </a:r>
            <a:r>
              <a:rPr lang="en-US" altLang="en-US" sz="2100"/>
              <a:t>, </a:t>
            </a:r>
            <a:r>
              <a:rPr lang="en-US" altLang="en-US" sz="2100" b="1"/>
              <a:t>Dec2Hex</a:t>
            </a:r>
            <a:r>
              <a:rPr lang="en-US" altLang="en-US" sz="2100"/>
              <a:t>) (§5.8).</a:t>
            </a:r>
          </a:p>
          <a:p>
            <a:pPr hangingPunct="1">
              <a:spcBef>
                <a:spcPct val="0"/>
              </a:spcBef>
              <a:buClrTx/>
              <a:buSzTx/>
              <a:buFont typeface="Wingdings" panose="05000000000000000000" pitchFamily="2" charset="2"/>
              <a:buChar char="§"/>
            </a:pPr>
            <a:r>
              <a:rPr lang="en-US" altLang="en-US" sz="2100"/>
              <a:t>To implement program control with </a:t>
            </a:r>
            <a:r>
              <a:rPr lang="en-US" altLang="en-US" sz="2100" b="1"/>
              <a:t>break</a:t>
            </a:r>
            <a:r>
              <a:rPr lang="en-US" altLang="en-US" sz="2100"/>
              <a:t> and </a:t>
            </a:r>
            <a:r>
              <a:rPr lang="en-US" altLang="en-US" sz="2100" b="1"/>
              <a:t>continue</a:t>
            </a:r>
            <a:r>
              <a:rPr lang="en-US" altLang="en-US" sz="2100"/>
              <a:t> (§5.9).</a:t>
            </a:r>
          </a:p>
          <a:p>
            <a:pPr hangingPunct="1">
              <a:spcBef>
                <a:spcPct val="0"/>
              </a:spcBef>
              <a:buClrTx/>
              <a:buSzTx/>
              <a:buFont typeface="Wingdings" panose="05000000000000000000" pitchFamily="2" charset="2"/>
              <a:buChar char="§"/>
            </a:pPr>
            <a:r>
              <a:rPr lang="en-US" altLang="en-US" sz="2100"/>
              <a:t>To write a program that displays prime numbers (§5.11).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3CBBC3-04BE-300C-49FC-96CC5BA00296}"/>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7DB853D0-085F-477A-BBE3-3DBC0A44F644}" type="slidenum">
              <a:rPr lang="en-US" altLang="en-US" sz="1400" smtClean="0"/>
              <a:pPr>
                <a:spcBef>
                  <a:spcPct val="0"/>
                </a:spcBef>
                <a:buClrTx/>
                <a:buSzTx/>
                <a:buFontTx/>
                <a:buNone/>
              </a:pPr>
              <a:t>3</a:t>
            </a:fld>
            <a:endParaRPr lang="en-US" altLang="en-US" sz="1400"/>
          </a:p>
        </p:txBody>
      </p:sp>
      <p:sp>
        <p:nvSpPr>
          <p:cNvPr id="6" name="Rectangle 2">
            <a:extLst>
              <a:ext uri="{FF2B5EF4-FFF2-40B4-BE49-F238E27FC236}">
                <a16:creationId xmlns:a16="http://schemas.microsoft.com/office/drawing/2014/main" id="{8175E484-4810-87BA-7B67-687DB6EBA690}"/>
              </a:ext>
            </a:extLst>
          </p:cNvPr>
          <p:cNvSpPr txBox="1">
            <a:spLocks noChangeArrowheads="1"/>
          </p:cNvSpPr>
          <p:nvPr/>
        </p:nvSpPr>
        <p:spPr>
          <a:xfrm>
            <a:off x="152400" y="228600"/>
            <a:ext cx="8763000" cy="106680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sz="4400" dirty="0">
                <a:solidFill>
                  <a:schemeClr val="tx1"/>
                </a:solidFill>
                <a:latin typeface="Times New Roman" panose="02020603050405020304" pitchFamily="18" charset="0"/>
                <a:cs typeface="Times New Roman" panose="02020603050405020304" pitchFamily="18" charset="0"/>
              </a:rPr>
              <a:t>Motivations</a:t>
            </a:r>
          </a:p>
        </p:txBody>
      </p:sp>
      <p:sp>
        <p:nvSpPr>
          <p:cNvPr id="7" name="Rectangle 3">
            <a:extLst>
              <a:ext uri="{FF2B5EF4-FFF2-40B4-BE49-F238E27FC236}">
                <a16:creationId xmlns:a16="http://schemas.microsoft.com/office/drawing/2014/main" id="{9227D89F-1EA5-BDF1-1516-329959999B63}"/>
              </a:ext>
            </a:extLst>
          </p:cNvPr>
          <p:cNvSpPr txBox="1">
            <a:spLocks noChangeArrowheads="1"/>
          </p:cNvSpPr>
          <p:nvPr/>
        </p:nvSpPr>
        <p:spPr>
          <a:xfrm>
            <a:off x="231775" y="1371600"/>
            <a:ext cx="8683625" cy="4114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nSpc>
                <a:spcPct val="90000"/>
              </a:lnSpc>
              <a:buFont typeface="Monotype Sorts" pitchFamily="2" charset="2"/>
              <a:buNone/>
            </a:pPr>
            <a:r>
              <a:rPr lang="en-US" altLang="en-US" sz="3600" dirty="0">
                <a:latin typeface="Times New Roman" panose="02020603050405020304" pitchFamily="18" charset="0"/>
                <a:cs typeface="Times New Roman" panose="02020603050405020304" pitchFamily="18" charset="0"/>
              </a:rPr>
              <a:t>Suppose that you need to print a string (e.g., "Welcome to Java!") a hundred times. It would be tedious to have to write the following statement a hundred times:</a:t>
            </a:r>
          </a:p>
          <a:p>
            <a:pPr marL="0" indent="0">
              <a:lnSpc>
                <a:spcPct val="90000"/>
              </a:lnSpc>
              <a:buFont typeface="Monotype Sorts" pitchFamily="2" charset="2"/>
              <a:buNone/>
            </a:pPr>
            <a:endParaRPr lang="en-US" altLang="en-US" sz="3600" u="sng" dirty="0">
              <a:latin typeface="Times New Roman" panose="02020603050405020304" pitchFamily="18" charset="0"/>
              <a:cs typeface="Times New Roman" panose="02020603050405020304" pitchFamily="18" charset="0"/>
            </a:endParaRPr>
          </a:p>
          <a:p>
            <a:pPr marL="0" indent="0">
              <a:lnSpc>
                <a:spcPct val="90000"/>
              </a:lnSpc>
              <a:buFont typeface="Monotype Sorts" pitchFamily="2" charset="2"/>
              <a:buNone/>
            </a:pPr>
            <a:r>
              <a:rPr lang="en-US" altLang="en-US" sz="3600" dirty="0" err="1">
                <a:latin typeface="Times New Roman" panose="02020603050405020304" pitchFamily="18" charset="0"/>
                <a:cs typeface="Times New Roman" panose="02020603050405020304" pitchFamily="18" charset="0"/>
              </a:rPr>
              <a:t>System.out.println</a:t>
            </a:r>
            <a:r>
              <a:rPr lang="en-US" altLang="en-US" sz="3600" dirty="0">
                <a:latin typeface="Times New Roman" panose="02020603050405020304" pitchFamily="18" charset="0"/>
                <a:cs typeface="Times New Roman" panose="02020603050405020304" pitchFamily="18" charset="0"/>
              </a:rPr>
              <a:t>("Welcome to Java!");</a:t>
            </a:r>
          </a:p>
          <a:p>
            <a:pPr marL="0" indent="0">
              <a:lnSpc>
                <a:spcPct val="90000"/>
              </a:lnSpc>
              <a:buFont typeface="Monotype Sorts" pitchFamily="2" charset="2"/>
              <a:buNone/>
            </a:pPr>
            <a:endParaRPr lang="en-US" altLang="en-US" sz="3600" dirty="0">
              <a:latin typeface="Times New Roman" panose="02020603050405020304" pitchFamily="18" charset="0"/>
              <a:cs typeface="Times New Roman" panose="02020603050405020304" pitchFamily="18" charset="0"/>
            </a:endParaRPr>
          </a:p>
          <a:p>
            <a:pPr marL="0" indent="0">
              <a:lnSpc>
                <a:spcPct val="90000"/>
              </a:lnSpc>
              <a:buFont typeface="Monotype Sorts" pitchFamily="2" charset="2"/>
              <a:buNone/>
            </a:pPr>
            <a:r>
              <a:rPr lang="en-US" altLang="en-US" sz="3600" dirty="0">
                <a:latin typeface="Times New Roman" panose="02020603050405020304" pitchFamily="18" charset="0"/>
                <a:cs typeface="Times New Roman" panose="02020603050405020304" pitchFamily="18" charset="0"/>
              </a:rPr>
              <a:t>So, how do you solve this problem?</a:t>
            </a:r>
          </a:p>
        </p:txBody>
      </p:sp>
    </p:spTree>
    <p:extLst>
      <p:ext uri="{BB962C8B-B14F-4D97-AF65-F5344CB8AC3E}">
        <p14:creationId xmlns:p14="http://schemas.microsoft.com/office/powerpoint/2010/main" val="602479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553E7-7598-4258-EF89-7B34990CD33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005F437-9F33-DC32-9B48-EDDD65B1123A}"/>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7DB853D0-085F-477A-BBE3-3DBC0A44F644}" type="slidenum">
              <a:rPr lang="en-US" altLang="en-US" sz="1400" smtClean="0"/>
              <a:pPr>
                <a:spcBef>
                  <a:spcPct val="0"/>
                </a:spcBef>
                <a:buClrTx/>
                <a:buSzTx/>
                <a:buFontTx/>
                <a:buNone/>
              </a:pPr>
              <a:t>4</a:t>
            </a:fld>
            <a:endParaRPr lang="en-US" altLang="en-US" sz="1400" dirty="0"/>
          </a:p>
        </p:txBody>
      </p:sp>
      <p:sp>
        <p:nvSpPr>
          <p:cNvPr id="7" name="Rectangle 3">
            <a:extLst>
              <a:ext uri="{FF2B5EF4-FFF2-40B4-BE49-F238E27FC236}">
                <a16:creationId xmlns:a16="http://schemas.microsoft.com/office/drawing/2014/main" id="{461A39D8-4DBD-1564-1907-611B424713FF}"/>
              </a:ext>
            </a:extLst>
          </p:cNvPr>
          <p:cNvSpPr txBox="1">
            <a:spLocks noChangeArrowheads="1"/>
          </p:cNvSpPr>
          <p:nvPr/>
        </p:nvSpPr>
        <p:spPr>
          <a:xfrm>
            <a:off x="231775" y="1371600"/>
            <a:ext cx="8683625" cy="4114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nSpc>
                <a:spcPct val="90000"/>
              </a:lnSpc>
              <a:buFont typeface="Monotype Sorts" pitchFamily="2" charset="2"/>
              <a:buNone/>
            </a:pPr>
            <a:endParaRPr lang="en-US" altLang="en-US" sz="3600" dirty="0">
              <a:latin typeface="Times New Roman" panose="02020603050405020304" pitchFamily="18" charset="0"/>
              <a:cs typeface="Times New Roman" panose="02020603050405020304" pitchFamily="18" charset="0"/>
            </a:endParaRPr>
          </a:p>
        </p:txBody>
      </p:sp>
      <p:sp>
        <p:nvSpPr>
          <p:cNvPr id="2" name="Slide Number Placeholder 4">
            <a:extLst>
              <a:ext uri="{FF2B5EF4-FFF2-40B4-BE49-F238E27FC236}">
                <a16:creationId xmlns:a16="http://schemas.microsoft.com/office/drawing/2014/main" id="{62A63314-4FF0-94E3-2CD3-A8330F0BA54C}"/>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34E09BDC-DB71-4A12-A76C-702C50917631}" type="slidenum">
              <a:rPr lang="en-US" altLang="en-US" sz="1400" smtClean="0"/>
              <a:pPr>
                <a:spcBef>
                  <a:spcPct val="0"/>
                </a:spcBef>
                <a:buClrTx/>
                <a:buSzTx/>
                <a:buFontTx/>
                <a:buNone/>
              </a:pPr>
              <a:t>4</a:t>
            </a:fld>
            <a:endParaRPr lang="en-US" altLang="en-US" sz="1400"/>
          </a:p>
        </p:txBody>
      </p:sp>
      <p:sp>
        <p:nvSpPr>
          <p:cNvPr id="3" name="Rectangle 2">
            <a:extLst>
              <a:ext uri="{FF2B5EF4-FFF2-40B4-BE49-F238E27FC236}">
                <a16:creationId xmlns:a16="http://schemas.microsoft.com/office/drawing/2014/main" id="{CDEE6ECD-3222-EAB0-9A47-D76E03E954D4}"/>
              </a:ext>
            </a:extLst>
          </p:cNvPr>
          <p:cNvSpPr txBox="1">
            <a:spLocks noChangeArrowheads="1"/>
          </p:cNvSpPr>
          <p:nvPr/>
        </p:nvSpPr>
        <p:spPr>
          <a:xfrm>
            <a:off x="685800" y="228600"/>
            <a:ext cx="7772400" cy="85725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dirty="0">
                <a:latin typeface="Times New Roman" panose="02020603050405020304" pitchFamily="18" charset="0"/>
                <a:cs typeface="Times New Roman" panose="02020603050405020304" pitchFamily="18" charset="0"/>
              </a:rPr>
              <a:t>Opening Problem</a:t>
            </a:r>
          </a:p>
        </p:txBody>
      </p:sp>
      <p:sp>
        <p:nvSpPr>
          <p:cNvPr id="4" name="Rectangle 3">
            <a:extLst>
              <a:ext uri="{FF2B5EF4-FFF2-40B4-BE49-F238E27FC236}">
                <a16:creationId xmlns:a16="http://schemas.microsoft.com/office/drawing/2014/main" id="{9AE3ED1F-1DBA-4291-8F46-CB03C362C03E}"/>
              </a:ext>
            </a:extLst>
          </p:cNvPr>
          <p:cNvSpPr>
            <a:spLocks noChangeArrowheads="1"/>
          </p:cNvSpPr>
          <p:nvPr/>
        </p:nvSpPr>
        <p:spPr bwMode="auto">
          <a:xfrm>
            <a:off x="0" y="2370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 name="Rectangle 4">
            <a:extLst>
              <a:ext uri="{FF2B5EF4-FFF2-40B4-BE49-F238E27FC236}">
                <a16:creationId xmlns:a16="http://schemas.microsoft.com/office/drawing/2014/main" id="{9731ECC0-D1AD-DA4D-10AC-7F4FD7C3F5B5}"/>
              </a:ext>
            </a:extLst>
          </p:cNvPr>
          <p:cNvSpPr>
            <a:spLocks noChangeArrowheads="1"/>
          </p:cNvSpPr>
          <p:nvPr/>
        </p:nvSpPr>
        <p:spPr bwMode="auto">
          <a:xfrm>
            <a:off x="0" y="4487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 name="Rectangle 5">
            <a:extLst>
              <a:ext uri="{FF2B5EF4-FFF2-40B4-BE49-F238E27FC236}">
                <a16:creationId xmlns:a16="http://schemas.microsoft.com/office/drawing/2014/main" id="{8EC8B98F-8CF4-5A61-8C25-40D928F55064}"/>
              </a:ext>
            </a:extLst>
          </p:cNvPr>
          <p:cNvSpPr>
            <a:spLocks noChangeArrowheads="1"/>
          </p:cNvSpPr>
          <p:nvPr/>
        </p:nvSpPr>
        <p:spPr bwMode="auto">
          <a:xfrm>
            <a:off x="0" y="2182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 name="Text Box 6">
            <a:extLst>
              <a:ext uri="{FF2B5EF4-FFF2-40B4-BE49-F238E27FC236}">
                <a16:creationId xmlns:a16="http://schemas.microsoft.com/office/drawing/2014/main" id="{36498FD0-1156-9C03-8DB0-3491F1F4BE37}"/>
              </a:ext>
            </a:extLst>
          </p:cNvPr>
          <p:cNvSpPr txBox="1">
            <a:spLocks noChangeArrowheads="1"/>
          </p:cNvSpPr>
          <p:nvPr/>
        </p:nvSpPr>
        <p:spPr bwMode="auto">
          <a:xfrm>
            <a:off x="2074863" y="1892300"/>
            <a:ext cx="6223000" cy="442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endParaRPr lang="en-US" sz="2000" b="1" dirty="0">
              <a:latin typeface="Courier New" pitchFamily="49" charset="0"/>
              <a:cs typeface="+mn-cs"/>
            </a:endParaRPr>
          </a:p>
          <a:p>
            <a:pPr>
              <a:defRPr/>
            </a:pPr>
            <a:r>
              <a:rPr lang="en-US" sz="2800" b="1" dirty="0">
                <a:cs typeface="+mn-cs"/>
              </a:rPr>
              <a:t>… </a:t>
            </a:r>
          </a:p>
          <a:p>
            <a:pPr>
              <a:defRPr/>
            </a:pPr>
            <a:r>
              <a:rPr lang="en-US" sz="2800" b="1" dirty="0">
                <a:cs typeface="+mn-cs"/>
              </a:rPr>
              <a:t>… </a:t>
            </a:r>
          </a:p>
          <a:p>
            <a:pPr>
              <a:defRPr/>
            </a:pPr>
            <a:r>
              <a:rPr lang="en-US" sz="2800" b="1" dirty="0">
                <a:cs typeface="+mn-cs"/>
              </a:rPr>
              <a:t>… </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p>
          <a:p>
            <a:pPr>
              <a:defRPr/>
            </a:pPr>
            <a:r>
              <a:rPr lang="en-US" sz="2000" b="1" dirty="0" err="1">
                <a:latin typeface="Courier New" pitchFamily="49" charset="0"/>
                <a:cs typeface="+mn-cs"/>
              </a:rPr>
              <a:t>System.out.println</a:t>
            </a:r>
            <a:r>
              <a:rPr lang="en-US" sz="2000" b="1" dirty="0">
                <a:latin typeface="Courier New" pitchFamily="49" charset="0"/>
                <a:cs typeface="+mn-cs"/>
              </a:rPr>
              <a:t>("Welcome to Java!");</a:t>
            </a:r>
            <a:endParaRPr lang="en-US" b="1" dirty="0">
              <a:cs typeface="+mn-cs"/>
            </a:endParaRPr>
          </a:p>
        </p:txBody>
      </p:sp>
      <p:sp>
        <p:nvSpPr>
          <p:cNvPr id="11" name="Rectangle 7">
            <a:extLst>
              <a:ext uri="{FF2B5EF4-FFF2-40B4-BE49-F238E27FC236}">
                <a16:creationId xmlns:a16="http://schemas.microsoft.com/office/drawing/2014/main" id="{76BE69B4-6557-6F21-5C50-CD183D659007}"/>
              </a:ext>
            </a:extLst>
          </p:cNvPr>
          <p:cNvSpPr txBox="1">
            <a:spLocks noChangeArrowheads="1"/>
          </p:cNvSpPr>
          <p:nvPr/>
        </p:nvSpPr>
        <p:spPr>
          <a:xfrm>
            <a:off x="193675" y="1085850"/>
            <a:ext cx="8718550" cy="500063"/>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Font typeface="Monotype Sorts" pitchFamily="2" charset="2"/>
              <a:buNone/>
            </a:pPr>
            <a:r>
              <a:rPr lang="en-US" altLang="en-US" sz="3200" dirty="0">
                <a:latin typeface="Times New Roman" panose="02020603050405020304" pitchFamily="18" charset="0"/>
                <a:cs typeface="Times New Roman" panose="02020603050405020304" pitchFamily="18" charset="0"/>
              </a:rPr>
              <a:t>Problem:</a:t>
            </a:r>
          </a:p>
        </p:txBody>
      </p:sp>
      <p:sp>
        <p:nvSpPr>
          <p:cNvPr id="12" name="AutoShape 8">
            <a:extLst>
              <a:ext uri="{FF2B5EF4-FFF2-40B4-BE49-F238E27FC236}">
                <a16:creationId xmlns:a16="http://schemas.microsoft.com/office/drawing/2014/main" id="{49812E4B-B2C9-E2D3-9506-1E28A3651575}"/>
              </a:ext>
            </a:extLst>
          </p:cNvPr>
          <p:cNvSpPr>
            <a:spLocks/>
          </p:cNvSpPr>
          <p:nvPr/>
        </p:nvSpPr>
        <p:spPr bwMode="auto">
          <a:xfrm>
            <a:off x="1730375" y="2008188"/>
            <a:ext cx="344488" cy="4186237"/>
          </a:xfrm>
          <a:prstGeom prst="leftBrace">
            <a:avLst>
              <a:gd name="adj1" fmla="val 101267"/>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 name="Text Box 9">
            <a:extLst>
              <a:ext uri="{FF2B5EF4-FFF2-40B4-BE49-F238E27FC236}">
                <a16:creationId xmlns:a16="http://schemas.microsoft.com/office/drawing/2014/main" id="{3E81D660-D20F-6467-A231-A99E4AA30807}"/>
              </a:ext>
            </a:extLst>
          </p:cNvPr>
          <p:cNvSpPr txBox="1">
            <a:spLocks noChangeArrowheads="1"/>
          </p:cNvSpPr>
          <p:nvPr/>
        </p:nvSpPr>
        <p:spPr bwMode="auto">
          <a:xfrm>
            <a:off x="693738" y="3697288"/>
            <a:ext cx="958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sz="2000" b="1" dirty="0">
                <a:latin typeface="Courier New" pitchFamily="49" charset="0"/>
                <a:cs typeface="+mn-cs"/>
              </a:rPr>
              <a:t>100 times</a:t>
            </a:r>
            <a:endParaRPr lang="en-US" b="1" dirty="0">
              <a:cs typeface="+mn-cs"/>
            </a:endParaRPr>
          </a:p>
        </p:txBody>
      </p:sp>
    </p:spTree>
    <p:extLst>
      <p:ext uri="{BB962C8B-B14F-4D97-AF65-F5344CB8AC3E}">
        <p14:creationId xmlns:p14="http://schemas.microsoft.com/office/powerpoint/2010/main" val="1195296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FC960-54EE-E129-D6EB-37CA19C6EDB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3E82BF-31AE-3FE3-92B6-D2DAB3CBF7C4}"/>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7DB853D0-085F-477A-BBE3-3DBC0A44F644}" type="slidenum">
              <a:rPr lang="en-US" altLang="en-US" sz="1400" smtClean="0"/>
              <a:pPr>
                <a:spcBef>
                  <a:spcPct val="0"/>
                </a:spcBef>
                <a:buClrTx/>
                <a:buSzTx/>
                <a:buFontTx/>
                <a:buNone/>
              </a:pPr>
              <a:t>5</a:t>
            </a:fld>
            <a:endParaRPr lang="en-US" altLang="en-US" sz="1400" dirty="0"/>
          </a:p>
        </p:txBody>
      </p:sp>
      <p:sp>
        <p:nvSpPr>
          <p:cNvPr id="7" name="Rectangle 3">
            <a:extLst>
              <a:ext uri="{FF2B5EF4-FFF2-40B4-BE49-F238E27FC236}">
                <a16:creationId xmlns:a16="http://schemas.microsoft.com/office/drawing/2014/main" id="{FE72721C-6365-88A6-DAEB-81944A4A3FBB}"/>
              </a:ext>
            </a:extLst>
          </p:cNvPr>
          <p:cNvSpPr txBox="1">
            <a:spLocks noChangeArrowheads="1"/>
          </p:cNvSpPr>
          <p:nvPr/>
        </p:nvSpPr>
        <p:spPr>
          <a:xfrm>
            <a:off x="231775" y="1371600"/>
            <a:ext cx="8683625" cy="4114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nSpc>
                <a:spcPct val="90000"/>
              </a:lnSpc>
              <a:buFont typeface="Monotype Sorts" pitchFamily="2" charset="2"/>
              <a:buNone/>
            </a:pPr>
            <a:endParaRPr lang="en-US" altLang="en-US" sz="3600" dirty="0">
              <a:latin typeface="Times New Roman" panose="02020603050405020304" pitchFamily="18" charset="0"/>
              <a:cs typeface="Times New Roman" panose="02020603050405020304" pitchFamily="18" charset="0"/>
            </a:endParaRPr>
          </a:p>
        </p:txBody>
      </p:sp>
      <p:sp>
        <p:nvSpPr>
          <p:cNvPr id="2" name="Slide Number Placeholder 4">
            <a:extLst>
              <a:ext uri="{FF2B5EF4-FFF2-40B4-BE49-F238E27FC236}">
                <a16:creationId xmlns:a16="http://schemas.microsoft.com/office/drawing/2014/main" id="{689BCEF8-6C86-7C2A-EF94-3637B1ACB8D1}"/>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34E09BDC-DB71-4A12-A76C-702C50917631}" type="slidenum">
              <a:rPr lang="en-US" altLang="en-US" sz="1400" smtClean="0"/>
              <a:pPr>
                <a:spcBef>
                  <a:spcPct val="0"/>
                </a:spcBef>
                <a:buClrTx/>
                <a:buSzTx/>
                <a:buFontTx/>
                <a:buNone/>
              </a:pPr>
              <a:t>5</a:t>
            </a:fld>
            <a:endParaRPr lang="en-US" altLang="en-US" sz="1400"/>
          </a:p>
        </p:txBody>
      </p:sp>
      <p:sp>
        <p:nvSpPr>
          <p:cNvPr id="3" name="Rectangle 2">
            <a:extLst>
              <a:ext uri="{FF2B5EF4-FFF2-40B4-BE49-F238E27FC236}">
                <a16:creationId xmlns:a16="http://schemas.microsoft.com/office/drawing/2014/main" id="{59C88A65-6053-2C85-175A-E22BBAF5247A}"/>
              </a:ext>
            </a:extLst>
          </p:cNvPr>
          <p:cNvSpPr txBox="1">
            <a:spLocks noChangeArrowheads="1"/>
          </p:cNvSpPr>
          <p:nvPr/>
        </p:nvSpPr>
        <p:spPr>
          <a:xfrm>
            <a:off x="685800" y="228600"/>
            <a:ext cx="7772400" cy="85725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dirty="0">
                <a:latin typeface="Times New Roman" panose="02020603050405020304" pitchFamily="18" charset="0"/>
                <a:cs typeface="Times New Roman" panose="02020603050405020304" pitchFamily="18" charset="0"/>
              </a:rPr>
              <a:t>Opening Problem</a:t>
            </a:r>
          </a:p>
        </p:txBody>
      </p:sp>
      <p:sp>
        <p:nvSpPr>
          <p:cNvPr id="4" name="Rectangle 3">
            <a:extLst>
              <a:ext uri="{FF2B5EF4-FFF2-40B4-BE49-F238E27FC236}">
                <a16:creationId xmlns:a16="http://schemas.microsoft.com/office/drawing/2014/main" id="{19CAB032-1949-F72C-CDBC-C9CA14E43AF2}"/>
              </a:ext>
            </a:extLst>
          </p:cNvPr>
          <p:cNvSpPr>
            <a:spLocks noChangeArrowheads="1"/>
          </p:cNvSpPr>
          <p:nvPr/>
        </p:nvSpPr>
        <p:spPr bwMode="auto">
          <a:xfrm>
            <a:off x="0" y="2370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 name="Rectangle 4">
            <a:extLst>
              <a:ext uri="{FF2B5EF4-FFF2-40B4-BE49-F238E27FC236}">
                <a16:creationId xmlns:a16="http://schemas.microsoft.com/office/drawing/2014/main" id="{CFEF189C-3A7F-8BDE-2C8A-83C85C850C15}"/>
              </a:ext>
            </a:extLst>
          </p:cNvPr>
          <p:cNvSpPr>
            <a:spLocks noChangeArrowheads="1"/>
          </p:cNvSpPr>
          <p:nvPr/>
        </p:nvSpPr>
        <p:spPr bwMode="auto">
          <a:xfrm>
            <a:off x="0" y="4487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 name="Rectangle 5">
            <a:extLst>
              <a:ext uri="{FF2B5EF4-FFF2-40B4-BE49-F238E27FC236}">
                <a16:creationId xmlns:a16="http://schemas.microsoft.com/office/drawing/2014/main" id="{85F4D633-0E14-71EC-4A3A-4A8ED2693ACF}"/>
              </a:ext>
            </a:extLst>
          </p:cNvPr>
          <p:cNvSpPr>
            <a:spLocks noChangeArrowheads="1"/>
          </p:cNvSpPr>
          <p:nvPr/>
        </p:nvSpPr>
        <p:spPr bwMode="auto">
          <a:xfrm>
            <a:off x="0" y="2182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 name="Rectangle 7">
            <a:extLst>
              <a:ext uri="{FF2B5EF4-FFF2-40B4-BE49-F238E27FC236}">
                <a16:creationId xmlns:a16="http://schemas.microsoft.com/office/drawing/2014/main" id="{5FD366F1-57FA-4475-5838-91A85BE0A0EC}"/>
              </a:ext>
            </a:extLst>
          </p:cNvPr>
          <p:cNvSpPr txBox="1">
            <a:spLocks noChangeArrowheads="1"/>
          </p:cNvSpPr>
          <p:nvPr/>
        </p:nvSpPr>
        <p:spPr>
          <a:xfrm>
            <a:off x="193675" y="1085850"/>
            <a:ext cx="8718550" cy="500063"/>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Font typeface="Monotype Sorts" pitchFamily="2" charset="2"/>
              <a:buNone/>
            </a:pPr>
            <a:r>
              <a:rPr lang="en-US" altLang="en-US" sz="3200" dirty="0">
                <a:latin typeface="Times New Roman" panose="02020603050405020304" pitchFamily="18" charset="0"/>
                <a:cs typeface="Times New Roman" panose="02020603050405020304" pitchFamily="18" charset="0"/>
              </a:rPr>
              <a:t>Answer:</a:t>
            </a:r>
          </a:p>
        </p:txBody>
      </p:sp>
      <p:sp>
        <p:nvSpPr>
          <p:cNvPr id="14" name="TextBox 13">
            <a:extLst>
              <a:ext uri="{FF2B5EF4-FFF2-40B4-BE49-F238E27FC236}">
                <a16:creationId xmlns:a16="http://schemas.microsoft.com/office/drawing/2014/main" id="{05B4F843-7ADC-72C9-E716-02D56A8EA2BF}"/>
              </a:ext>
            </a:extLst>
          </p:cNvPr>
          <p:cNvSpPr txBox="1"/>
          <p:nvPr/>
        </p:nvSpPr>
        <p:spPr>
          <a:xfrm>
            <a:off x="2462419" y="1943100"/>
            <a:ext cx="6097656" cy="3539430"/>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Loops</a:t>
            </a:r>
            <a:r>
              <a:rPr lang="en-US" sz="3200" dirty="0">
                <a:latin typeface="Times New Roman" panose="02020603050405020304" pitchFamily="18" charset="0"/>
                <a:cs typeface="Times New Roman" panose="02020603050405020304" pitchFamily="18" charset="0"/>
              </a:rPr>
              <a:t> are constructs that control repeated executions of a block of statements. The concept of looping is fundamental to programming. Java provides three types of loop statements:  </a:t>
            </a:r>
            <a:r>
              <a:rPr lang="en-US" sz="3200" b="1" dirty="0">
                <a:solidFill>
                  <a:srgbClr val="FFFF00"/>
                </a:solidFill>
                <a:latin typeface="Times New Roman" panose="02020603050405020304" pitchFamily="18" charset="0"/>
                <a:cs typeface="Times New Roman" panose="02020603050405020304" pitchFamily="18" charset="0"/>
              </a:rPr>
              <a:t>while</a:t>
            </a:r>
            <a:r>
              <a:rPr lang="en-US" sz="3200" dirty="0">
                <a:latin typeface="Times New Roman" panose="02020603050405020304" pitchFamily="18" charset="0"/>
                <a:cs typeface="Times New Roman" panose="02020603050405020304" pitchFamily="18" charset="0"/>
              </a:rPr>
              <a:t> loops,  </a:t>
            </a:r>
            <a:r>
              <a:rPr lang="en-US" sz="3200" b="1" dirty="0">
                <a:solidFill>
                  <a:srgbClr val="FFFF00"/>
                </a:solidFill>
                <a:latin typeface="Times New Roman" panose="02020603050405020304" pitchFamily="18" charset="0"/>
                <a:cs typeface="Times New Roman" panose="02020603050405020304" pitchFamily="18" charset="0"/>
              </a:rPr>
              <a:t>do-while</a:t>
            </a:r>
            <a:r>
              <a:rPr lang="en-US" sz="3200" dirty="0">
                <a:latin typeface="Times New Roman" panose="02020603050405020304" pitchFamily="18" charset="0"/>
                <a:cs typeface="Times New Roman" panose="02020603050405020304" pitchFamily="18" charset="0"/>
              </a:rPr>
              <a:t> loops, and  </a:t>
            </a:r>
            <a:r>
              <a:rPr lang="en-US" sz="3200" b="1" dirty="0">
                <a:solidFill>
                  <a:srgbClr val="FFFF00"/>
                </a:solidFill>
                <a:latin typeface="Times New Roman" panose="02020603050405020304" pitchFamily="18" charset="0"/>
                <a:cs typeface="Times New Roman" panose="02020603050405020304" pitchFamily="18" charset="0"/>
              </a:rPr>
              <a:t>for</a:t>
            </a:r>
            <a:r>
              <a:rPr lang="en-US" sz="3200" dirty="0">
                <a:latin typeface="Times New Roman" panose="02020603050405020304" pitchFamily="18" charset="0"/>
                <a:cs typeface="Times New Roman" panose="02020603050405020304" pitchFamily="18" charset="0"/>
              </a:rPr>
              <a:t> loops.</a:t>
            </a:r>
          </a:p>
        </p:txBody>
      </p:sp>
    </p:spTree>
    <p:extLst>
      <p:ext uri="{BB962C8B-B14F-4D97-AF65-F5344CB8AC3E}">
        <p14:creationId xmlns:p14="http://schemas.microsoft.com/office/powerpoint/2010/main" val="48260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AFD1-4402-7DDF-12F5-3B176F70962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22C42C1-8A49-6973-9D89-597BAC38D84D}"/>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7DB853D0-085F-477A-BBE3-3DBC0A44F644}" type="slidenum">
              <a:rPr lang="en-US" altLang="en-US" sz="1400" smtClean="0"/>
              <a:pPr>
                <a:spcBef>
                  <a:spcPct val="0"/>
                </a:spcBef>
                <a:buClrTx/>
                <a:buSzTx/>
                <a:buFontTx/>
                <a:buNone/>
              </a:pPr>
              <a:t>6</a:t>
            </a:fld>
            <a:endParaRPr lang="en-US" altLang="en-US" sz="1400" dirty="0"/>
          </a:p>
        </p:txBody>
      </p:sp>
      <p:sp>
        <p:nvSpPr>
          <p:cNvPr id="7" name="Rectangle 3">
            <a:extLst>
              <a:ext uri="{FF2B5EF4-FFF2-40B4-BE49-F238E27FC236}">
                <a16:creationId xmlns:a16="http://schemas.microsoft.com/office/drawing/2014/main" id="{31885244-52FB-16D9-08CF-A60D4C377B48}"/>
              </a:ext>
            </a:extLst>
          </p:cNvPr>
          <p:cNvSpPr txBox="1">
            <a:spLocks noChangeArrowheads="1"/>
          </p:cNvSpPr>
          <p:nvPr/>
        </p:nvSpPr>
        <p:spPr>
          <a:xfrm>
            <a:off x="231775" y="1371600"/>
            <a:ext cx="8683625" cy="4114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lnSpc>
                <a:spcPct val="90000"/>
              </a:lnSpc>
              <a:buFont typeface="Monotype Sorts" pitchFamily="2" charset="2"/>
              <a:buNone/>
            </a:pPr>
            <a:endParaRPr lang="en-US" altLang="en-US" sz="3600" dirty="0">
              <a:latin typeface="Times New Roman" panose="02020603050405020304" pitchFamily="18" charset="0"/>
              <a:cs typeface="Times New Roman" panose="02020603050405020304" pitchFamily="18" charset="0"/>
            </a:endParaRPr>
          </a:p>
        </p:txBody>
      </p:sp>
      <p:sp>
        <p:nvSpPr>
          <p:cNvPr id="2" name="Slide Number Placeholder 4">
            <a:extLst>
              <a:ext uri="{FF2B5EF4-FFF2-40B4-BE49-F238E27FC236}">
                <a16:creationId xmlns:a16="http://schemas.microsoft.com/office/drawing/2014/main" id="{C2555B54-E3EA-9F82-59E2-1D97227CA4F5}"/>
              </a:ext>
            </a:extLst>
          </p:cNvPr>
          <p:cNvSpPr txBox="1">
            <a:spLocks/>
          </p:cNvSpPr>
          <p:nvPr/>
        </p:nvSpPr>
        <p:spPr>
          <a:xfrm>
            <a:off x="6553200" y="6399213"/>
            <a:ext cx="1905000" cy="457200"/>
          </a:xfrm>
          <a:prstGeom prst="rect">
            <a:avLst/>
          </a:prstGeom>
          <a:noFill/>
        </p:spPr>
        <p:txBody>
          <a:bodyPr vert="horz" lIns="91440" tIns="45720" rIns="91440" bIns="45720" rtlCol="0" anchor="b"/>
          <a:lstStyle>
            <a:defPPr>
              <a:defRPr lang="en-US"/>
            </a:defPPr>
            <a:lvl1pPr marL="0" algn="l" defTabSz="457200" rtl="0" eaLnBrk="1" latinLnBrk="0" hangingPunct="1">
              <a:spcBef>
                <a:spcPct val="20000"/>
              </a:spcBef>
              <a:buClr>
                <a:schemeClr val="tx2"/>
              </a:buClr>
              <a:buSzPct val="75000"/>
              <a:buFont typeface="Monotype Sorts" pitchFamily="2" charset="2"/>
              <a:buChar char="F"/>
              <a:defRPr sz="3200" b="0" i="0" kern="1200">
                <a:solidFill>
                  <a:schemeClr val="tx1"/>
                </a:solidFill>
                <a:latin typeface="Times New Roman" panose="02020603050405020304" pitchFamily="18" charset="0"/>
                <a:ea typeface="+mn-ea"/>
                <a:cs typeface="+mn-cs"/>
              </a:defRPr>
            </a:lvl1pPr>
            <a:lvl2pPr marL="742950" indent="-285750" algn="l" defTabSz="457200" rtl="0" eaLnBrk="1" latinLnBrk="0" hangingPunct="1">
              <a:spcBef>
                <a:spcPct val="20000"/>
              </a:spcBef>
              <a:buClr>
                <a:schemeClr val="tx1"/>
              </a:buClr>
              <a:buChar char="–"/>
              <a:defRPr sz="2800" kern="1200">
                <a:solidFill>
                  <a:schemeClr val="tx1"/>
                </a:solidFill>
                <a:latin typeface="Times New Roman" panose="02020603050405020304" pitchFamily="18" charset="0"/>
                <a:ea typeface="+mn-ea"/>
                <a:cs typeface="+mn-cs"/>
              </a:defRPr>
            </a:lvl2pPr>
            <a:lvl3pPr marL="1143000" indent="-228600" algn="l" defTabSz="457200" rtl="0" eaLnBrk="1" latinLnBrk="0" hangingPunct="1">
              <a:spcBef>
                <a:spcPct val="20000"/>
              </a:spcBef>
              <a:buClr>
                <a:schemeClr val="accent2"/>
              </a:buClr>
              <a:buSzPct val="65000"/>
              <a:buFont typeface="Monotype Sorts" pitchFamily="2" charset="2"/>
              <a:buChar char="u"/>
              <a:defRPr sz="2400" kern="1200">
                <a:solidFill>
                  <a:schemeClr val="tx1"/>
                </a:solidFill>
                <a:latin typeface="Times New Roman" panose="02020603050405020304" pitchFamily="18" charset="0"/>
                <a:ea typeface="+mn-ea"/>
                <a:cs typeface="+mn-cs"/>
              </a:defRPr>
            </a:lvl3pPr>
            <a:lvl4pPr marL="1600200" indent="-228600" algn="l" defTabSz="457200" rtl="0" eaLnBrk="1" latinLnBrk="0" hangingPunct="1">
              <a:spcBef>
                <a:spcPct val="20000"/>
              </a:spcBef>
              <a:buClr>
                <a:schemeClr val="tx1"/>
              </a:buClr>
              <a:buChar char="–"/>
              <a:defRPr sz="2000" kern="1200">
                <a:solidFill>
                  <a:schemeClr val="tx1"/>
                </a:solidFill>
                <a:latin typeface="Times New Roman" panose="02020603050405020304" pitchFamily="18" charset="0"/>
                <a:ea typeface="+mn-ea"/>
                <a:cs typeface="+mn-cs"/>
              </a:defRPr>
            </a:lvl4pPr>
            <a:lvl5pPr marL="2057400" indent="-228600" algn="l" defTabSz="457200" rtl="0" eaLnBrk="1" latinLnBrk="0" hangingPunct="1">
              <a:spcBef>
                <a:spcPct val="20000"/>
              </a:spcBef>
              <a:buClr>
                <a:schemeClr val="tx2"/>
              </a:buClr>
              <a:buChar char="•"/>
              <a:defRPr sz="2000" kern="1200">
                <a:solidFill>
                  <a:schemeClr val="tx1"/>
                </a:solidFill>
                <a:latin typeface="Times New Roman" panose="02020603050405020304" pitchFamily="18" charset="0"/>
                <a:ea typeface="+mn-ea"/>
                <a:cs typeface="+mn-cs"/>
              </a:defRPr>
            </a:lvl5pPr>
            <a:lvl6pPr marL="25146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6pPr>
            <a:lvl7pPr marL="29718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7pPr>
            <a:lvl8pPr marL="34290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8pPr>
            <a:lvl9pPr marL="3886200" indent="-228600" algn="l" defTabSz="457200" rtl="0" eaLnBrk="0" fontAlgn="base" latinLnBrk="0" hangingPunct="0">
              <a:spcBef>
                <a:spcPct val="20000"/>
              </a:spcBef>
              <a:spcAft>
                <a:spcPct val="0"/>
              </a:spcAft>
              <a:buClr>
                <a:schemeClr val="tx2"/>
              </a:buClr>
              <a:buChar char="•"/>
              <a:defRPr sz="2000" kern="1200">
                <a:solidFill>
                  <a:schemeClr val="tx1"/>
                </a:solidFill>
                <a:latin typeface="Times New Roman" panose="02020603050405020304" pitchFamily="18" charset="0"/>
                <a:ea typeface="+mn-ea"/>
                <a:cs typeface="+mn-cs"/>
              </a:defRPr>
            </a:lvl9pPr>
          </a:lstStyle>
          <a:p>
            <a:pPr>
              <a:spcBef>
                <a:spcPct val="0"/>
              </a:spcBef>
              <a:buClrTx/>
              <a:buSzTx/>
              <a:buFontTx/>
              <a:buNone/>
            </a:pPr>
            <a:fld id="{34E09BDC-DB71-4A12-A76C-702C50917631}" type="slidenum">
              <a:rPr lang="en-US" altLang="en-US" sz="1400" smtClean="0"/>
              <a:pPr>
                <a:spcBef>
                  <a:spcPct val="0"/>
                </a:spcBef>
                <a:buClrTx/>
                <a:buSzTx/>
                <a:buFontTx/>
                <a:buNone/>
              </a:pPr>
              <a:t>6</a:t>
            </a:fld>
            <a:endParaRPr lang="en-US" altLang="en-US" sz="1400"/>
          </a:p>
        </p:txBody>
      </p:sp>
      <p:sp>
        <p:nvSpPr>
          <p:cNvPr id="3" name="Rectangle 2">
            <a:extLst>
              <a:ext uri="{FF2B5EF4-FFF2-40B4-BE49-F238E27FC236}">
                <a16:creationId xmlns:a16="http://schemas.microsoft.com/office/drawing/2014/main" id="{3138F965-8972-05FD-DBDC-0568F7594B57}"/>
              </a:ext>
            </a:extLst>
          </p:cNvPr>
          <p:cNvSpPr txBox="1">
            <a:spLocks noChangeArrowheads="1"/>
          </p:cNvSpPr>
          <p:nvPr/>
        </p:nvSpPr>
        <p:spPr>
          <a:xfrm>
            <a:off x="685800" y="228600"/>
            <a:ext cx="7772400" cy="85725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dirty="0">
                <a:latin typeface="Times New Roman" panose="02020603050405020304" pitchFamily="18" charset="0"/>
                <a:cs typeface="Times New Roman" panose="02020603050405020304" pitchFamily="18" charset="0"/>
              </a:rPr>
              <a:t>Looping Design Strategies</a:t>
            </a:r>
          </a:p>
        </p:txBody>
      </p:sp>
      <p:sp>
        <p:nvSpPr>
          <p:cNvPr id="4" name="Rectangle 3">
            <a:extLst>
              <a:ext uri="{FF2B5EF4-FFF2-40B4-BE49-F238E27FC236}">
                <a16:creationId xmlns:a16="http://schemas.microsoft.com/office/drawing/2014/main" id="{A27B872E-C5BE-76C9-8C6E-AAFEB260EA5D}"/>
              </a:ext>
            </a:extLst>
          </p:cNvPr>
          <p:cNvSpPr>
            <a:spLocks noChangeArrowheads="1"/>
          </p:cNvSpPr>
          <p:nvPr/>
        </p:nvSpPr>
        <p:spPr bwMode="auto">
          <a:xfrm>
            <a:off x="0" y="2370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 name="Rectangle 4">
            <a:extLst>
              <a:ext uri="{FF2B5EF4-FFF2-40B4-BE49-F238E27FC236}">
                <a16:creationId xmlns:a16="http://schemas.microsoft.com/office/drawing/2014/main" id="{6761D4AC-01D6-CEB5-30AE-A5D693FD0BF3}"/>
              </a:ext>
            </a:extLst>
          </p:cNvPr>
          <p:cNvSpPr>
            <a:spLocks noChangeArrowheads="1"/>
          </p:cNvSpPr>
          <p:nvPr/>
        </p:nvSpPr>
        <p:spPr bwMode="auto">
          <a:xfrm>
            <a:off x="0" y="4487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 name="Rectangle 5">
            <a:extLst>
              <a:ext uri="{FF2B5EF4-FFF2-40B4-BE49-F238E27FC236}">
                <a16:creationId xmlns:a16="http://schemas.microsoft.com/office/drawing/2014/main" id="{890EB3D3-4EE5-62DC-C9F5-F1CC73DF7076}"/>
              </a:ext>
            </a:extLst>
          </p:cNvPr>
          <p:cNvSpPr>
            <a:spLocks noChangeArrowheads="1"/>
          </p:cNvSpPr>
          <p:nvPr/>
        </p:nvSpPr>
        <p:spPr bwMode="auto">
          <a:xfrm>
            <a:off x="0" y="2182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 name="TextBox 13">
            <a:extLst>
              <a:ext uri="{FF2B5EF4-FFF2-40B4-BE49-F238E27FC236}">
                <a16:creationId xmlns:a16="http://schemas.microsoft.com/office/drawing/2014/main" id="{4E05F597-8ED8-844E-0FDD-4B657E33B324}"/>
              </a:ext>
            </a:extLst>
          </p:cNvPr>
          <p:cNvSpPr txBox="1"/>
          <p:nvPr/>
        </p:nvSpPr>
        <p:spPr>
          <a:xfrm>
            <a:off x="2512115" y="1237422"/>
            <a:ext cx="6097656" cy="5016758"/>
          </a:xfrm>
          <a:prstGeom prst="rect">
            <a:avLst/>
          </a:prstGeom>
          <a:noFill/>
        </p:spPr>
        <p:txBody>
          <a:bodyPr wrap="square">
            <a:spAutoFit/>
          </a:bodyPr>
          <a:lstStyle/>
          <a:p>
            <a:pPr marL="457200" indent="-457200">
              <a:buFont typeface="Arial" panose="020B0604020202020204" pitchFamily="34" charset="0"/>
              <a:buChar char="•"/>
            </a:pPr>
            <a:r>
              <a:rPr lang="en-US" sz="3200" b="1" u="sng" dirty="0">
                <a:solidFill>
                  <a:srgbClr val="FFFF00"/>
                </a:solidFill>
                <a:latin typeface="Times New Roman" panose="02020603050405020304" pitchFamily="18" charset="0"/>
                <a:cs typeface="Times New Roman" panose="02020603050405020304" pitchFamily="18" charset="0"/>
              </a:rPr>
              <a:t>Identify</a:t>
            </a:r>
            <a:r>
              <a:rPr lang="en-US" sz="3200" dirty="0">
                <a:latin typeface="Times New Roman" panose="02020603050405020304" pitchFamily="18" charset="0"/>
                <a:cs typeface="Times New Roman" panose="02020603050405020304" pitchFamily="18" charset="0"/>
              </a:rPr>
              <a:t> statements that need to be repeated</a:t>
            </a:r>
          </a:p>
          <a:p>
            <a:pPr marL="457200" indent="-457200">
              <a:buFont typeface="Arial" panose="020B0604020202020204" pitchFamily="34" charset="0"/>
              <a:buChar char="•"/>
            </a:pPr>
            <a:r>
              <a:rPr lang="en-US" sz="3200" b="1" u="sng" dirty="0">
                <a:solidFill>
                  <a:srgbClr val="FFFF00"/>
                </a:solidFill>
                <a:latin typeface="Times New Roman" panose="02020603050405020304" pitchFamily="18" charset="0"/>
                <a:cs typeface="Times New Roman" panose="02020603050405020304" pitchFamily="18" charset="0"/>
              </a:rPr>
              <a:t>Wrap those statements </a:t>
            </a:r>
            <a:r>
              <a:rPr lang="en-US" sz="3200" dirty="0">
                <a:latin typeface="Times New Roman" panose="02020603050405020304" pitchFamily="18" charset="0"/>
                <a:cs typeface="Times New Roman" panose="02020603050405020304" pitchFamily="18" charset="0"/>
              </a:rPr>
              <a:t>in the loop</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Add the logic that controls the loop</a:t>
            </a:r>
          </a:p>
          <a:p>
            <a:pPr marL="914400" lvl="1" indent="-457200">
              <a:buFont typeface="Arial" panose="020B0604020202020204" pitchFamily="34" charset="0"/>
              <a:buChar char="•"/>
            </a:pPr>
            <a:r>
              <a:rPr lang="en-US" sz="3200" dirty="0">
                <a:solidFill>
                  <a:srgbClr val="FFFF00"/>
                </a:solidFill>
                <a:latin typeface="Times New Roman" panose="02020603050405020304" pitchFamily="18" charset="0"/>
                <a:cs typeface="Times New Roman" panose="02020603050405020304" pitchFamily="18" charset="0"/>
              </a:rPr>
              <a:t>Evaluated conditions</a:t>
            </a:r>
          </a:p>
          <a:p>
            <a:pPr marL="914400" lvl="1" indent="-457200">
              <a:buFont typeface="Arial" panose="020B0604020202020204" pitchFamily="34" charset="0"/>
              <a:buChar char="•"/>
            </a:pPr>
            <a:r>
              <a:rPr lang="en-US" sz="3200" dirty="0">
                <a:solidFill>
                  <a:srgbClr val="FFFF00"/>
                </a:solidFill>
                <a:latin typeface="Times New Roman" panose="02020603050405020304" pitchFamily="18" charset="0"/>
                <a:cs typeface="Times New Roman" panose="02020603050405020304" pitchFamily="18" charset="0"/>
              </a:rPr>
              <a:t>User Input controlled loops</a:t>
            </a:r>
          </a:p>
          <a:p>
            <a:pPr marL="914400" lvl="1" indent="-457200">
              <a:buFont typeface="Arial" panose="020B0604020202020204" pitchFamily="34" charset="0"/>
              <a:buChar char="•"/>
            </a:pPr>
            <a:r>
              <a:rPr lang="en-US" sz="3200" dirty="0">
                <a:solidFill>
                  <a:srgbClr val="FFFF00"/>
                </a:solidFill>
                <a:latin typeface="Times New Roman" panose="02020603050405020304" pitchFamily="18" charset="0"/>
                <a:cs typeface="Times New Roman" panose="02020603050405020304" pitchFamily="18" charset="0"/>
              </a:rPr>
              <a:t>Sentinel Value controlled loops</a:t>
            </a:r>
          </a:p>
        </p:txBody>
      </p:sp>
    </p:spTree>
    <p:extLst>
      <p:ext uri="{BB962C8B-B14F-4D97-AF65-F5344CB8AC3E}">
        <p14:creationId xmlns:p14="http://schemas.microsoft.com/office/powerpoint/2010/main" val="2819179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CB78-5148-3D6B-D5B5-11D781049FCA}"/>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E49E32E1-667A-0F1B-D0A7-25FFDB426AB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7</a:t>
            </a:fld>
            <a:endParaRPr lang="en-US" altLang="en-US" sz="1400"/>
          </a:p>
        </p:txBody>
      </p:sp>
      <p:sp>
        <p:nvSpPr>
          <p:cNvPr id="7171" name="Rectangle 2">
            <a:extLst>
              <a:ext uri="{FF2B5EF4-FFF2-40B4-BE49-F238E27FC236}">
                <a16:creationId xmlns:a16="http://schemas.microsoft.com/office/drawing/2014/main" id="{4891C361-0CCD-1C0F-57AB-C3003A780104}"/>
              </a:ext>
            </a:extLst>
          </p:cNvPr>
          <p:cNvSpPr>
            <a:spLocks noGrp="1" noChangeArrowheads="1"/>
          </p:cNvSpPr>
          <p:nvPr>
            <p:ph type="title"/>
          </p:nvPr>
        </p:nvSpPr>
        <p:spPr>
          <a:xfrm>
            <a:off x="2063750" y="228601"/>
            <a:ext cx="8142288" cy="665163"/>
          </a:xfrm>
        </p:spPr>
        <p:txBody>
          <a:bodyPr/>
          <a:lstStyle/>
          <a:p>
            <a:r>
              <a:rPr lang="en-US" altLang="en-US" sz="4000" dirty="0"/>
              <a:t>Introducing </a:t>
            </a:r>
            <a:r>
              <a:rPr lang="en-US" altLang="en-US" sz="4000" b="1" dirty="0"/>
              <a:t>while</a:t>
            </a:r>
            <a:r>
              <a:rPr lang="en-US" altLang="en-US" sz="4000" dirty="0"/>
              <a:t> Loops</a:t>
            </a:r>
          </a:p>
        </p:txBody>
      </p:sp>
      <p:sp>
        <p:nvSpPr>
          <p:cNvPr id="7172" name="Rectangle 3">
            <a:extLst>
              <a:ext uri="{FF2B5EF4-FFF2-40B4-BE49-F238E27FC236}">
                <a16:creationId xmlns:a16="http://schemas.microsoft.com/office/drawing/2014/main" id="{EA2E51FB-9FA3-FC33-03FA-F91D0F2A8FD3}"/>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91D9E96A-ADDE-921A-3A4F-A8B7484CE791}"/>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D28CC80A-9635-7AD4-57FF-23185219E6C4}"/>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 name="Picture 4">
            <a:extLst>
              <a:ext uri="{FF2B5EF4-FFF2-40B4-BE49-F238E27FC236}">
                <a16:creationId xmlns:a16="http://schemas.microsoft.com/office/drawing/2014/main" id="{4360C8CC-9660-F4B0-5E7E-C2A19E4B6FB7}"/>
              </a:ext>
            </a:extLst>
          </p:cNvPr>
          <p:cNvPicPr>
            <a:picLocks noChangeAspect="1"/>
          </p:cNvPicPr>
          <p:nvPr/>
        </p:nvPicPr>
        <p:blipFill>
          <a:blip r:embed="rId3"/>
          <a:stretch>
            <a:fillRect/>
          </a:stretch>
        </p:blipFill>
        <p:spPr>
          <a:xfrm>
            <a:off x="1885362" y="1355180"/>
            <a:ext cx="4210638" cy="1143160"/>
          </a:xfrm>
          <a:prstGeom prst="rect">
            <a:avLst/>
          </a:prstGeom>
        </p:spPr>
      </p:pic>
      <p:sp>
        <p:nvSpPr>
          <p:cNvPr id="6" name="TextBox 5">
            <a:extLst>
              <a:ext uri="{FF2B5EF4-FFF2-40B4-BE49-F238E27FC236}">
                <a16:creationId xmlns:a16="http://schemas.microsoft.com/office/drawing/2014/main" id="{F987794A-2993-9EC2-B9F0-3682520E8B8F}"/>
              </a:ext>
            </a:extLst>
          </p:cNvPr>
          <p:cNvSpPr txBox="1"/>
          <p:nvPr/>
        </p:nvSpPr>
        <p:spPr>
          <a:xfrm>
            <a:off x="1795910" y="998583"/>
            <a:ext cx="992579" cy="369332"/>
          </a:xfrm>
          <a:prstGeom prst="rect">
            <a:avLst/>
          </a:prstGeom>
          <a:noFill/>
        </p:spPr>
        <p:txBody>
          <a:bodyPr wrap="none" rtlCol="0">
            <a:spAutoFit/>
          </a:bodyPr>
          <a:lstStyle/>
          <a:p>
            <a:r>
              <a:rPr lang="en-US" b="1" dirty="0"/>
              <a:t>Syntax:</a:t>
            </a:r>
          </a:p>
        </p:txBody>
      </p:sp>
      <p:sp>
        <p:nvSpPr>
          <p:cNvPr id="7" name="TextBox 6">
            <a:extLst>
              <a:ext uri="{FF2B5EF4-FFF2-40B4-BE49-F238E27FC236}">
                <a16:creationId xmlns:a16="http://schemas.microsoft.com/office/drawing/2014/main" id="{53671268-0AA8-6B48-25EA-33A2A6DDE198}"/>
              </a:ext>
            </a:extLst>
          </p:cNvPr>
          <p:cNvSpPr txBox="1"/>
          <p:nvPr/>
        </p:nvSpPr>
        <p:spPr>
          <a:xfrm>
            <a:off x="1795910" y="2779367"/>
            <a:ext cx="6910866"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Each execution of the loop body is called an </a:t>
            </a:r>
            <a:r>
              <a:rPr lang="en-US" sz="2400" b="1" u="sng" dirty="0">
                <a:latin typeface="Times New Roman" panose="02020603050405020304" pitchFamily="18" charset="0"/>
                <a:cs typeface="Times New Roman" panose="02020603050405020304" pitchFamily="18" charset="0"/>
              </a:rPr>
              <a:t>iteration</a:t>
            </a:r>
            <a:r>
              <a:rPr lang="en-US" sz="2400"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B27DBA8A-142E-BB31-BC02-C1748C783EA4}"/>
              </a:ext>
            </a:extLst>
          </p:cNvPr>
          <p:cNvPicPr>
            <a:picLocks noChangeAspect="1"/>
          </p:cNvPicPr>
          <p:nvPr/>
        </p:nvPicPr>
        <p:blipFill>
          <a:blip r:embed="rId4"/>
          <a:stretch>
            <a:fillRect/>
          </a:stretch>
        </p:blipFill>
        <p:spPr>
          <a:xfrm>
            <a:off x="3593783" y="3702448"/>
            <a:ext cx="3553321" cy="2848373"/>
          </a:xfrm>
          <a:prstGeom prst="rect">
            <a:avLst/>
          </a:prstGeom>
        </p:spPr>
      </p:pic>
    </p:spTree>
    <p:extLst>
      <p:ext uri="{BB962C8B-B14F-4D97-AF65-F5344CB8AC3E}">
        <p14:creationId xmlns:p14="http://schemas.microsoft.com/office/powerpoint/2010/main" val="347646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6337F-DCD8-2681-7F70-E9A137103631}"/>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B8A0AFC9-5A89-40B3-0461-08C1625FF3AE}"/>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8</a:t>
            </a:fld>
            <a:endParaRPr lang="en-US" altLang="en-US" sz="1400"/>
          </a:p>
        </p:txBody>
      </p:sp>
      <p:sp>
        <p:nvSpPr>
          <p:cNvPr id="7171" name="Rectangle 2">
            <a:extLst>
              <a:ext uri="{FF2B5EF4-FFF2-40B4-BE49-F238E27FC236}">
                <a16:creationId xmlns:a16="http://schemas.microsoft.com/office/drawing/2014/main" id="{E383C45D-FA1A-05BF-C993-5AB039C9E214}"/>
              </a:ext>
            </a:extLst>
          </p:cNvPr>
          <p:cNvSpPr>
            <a:spLocks noGrp="1" noChangeArrowheads="1"/>
          </p:cNvSpPr>
          <p:nvPr>
            <p:ph type="title"/>
          </p:nvPr>
        </p:nvSpPr>
        <p:spPr>
          <a:xfrm>
            <a:off x="2063750" y="228601"/>
            <a:ext cx="8142288" cy="665163"/>
          </a:xfrm>
        </p:spPr>
        <p:txBody>
          <a:bodyPr/>
          <a:lstStyle/>
          <a:p>
            <a:r>
              <a:rPr lang="en-US" altLang="en-US" sz="4000" dirty="0"/>
              <a:t>Introducing </a:t>
            </a:r>
            <a:r>
              <a:rPr lang="en-US" altLang="en-US" sz="4000" b="1" dirty="0"/>
              <a:t>while</a:t>
            </a:r>
            <a:r>
              <a:rPr lang="en-US" altLang="en-US" sz="4000" dirty="0"/>
              <a:t> Loops</a:t>
            </a:r>
          </a:p>
        </p:txBody>
      </p:sp>
      <p:sp>
        <p:nvSpPr>
          <p:cNvPr id="7172" name="Rectangle 3">
            <a:extLst>
              <a:ext uri="{FF2B5EF4-FFF2-40B4-BE49-F238E27FC236}">
                <a16:creationId xmlns:a16="http://schemas.microsoft.com/office/drawing/2014/main" id="{A5F3805E-0255-09ED-B186-3648F928F7B8}"/>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A052EFA8-9E4B-69A1-4DE0-CEA7CB4F3CB0}"/>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52C15427-289C-88F8-31ED-DD4ECE84D047}"/>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Text Box 6">
            <a:extLst>
              <a:ext uri="{FF2B5EF4-FFF2-40B4-BE49-F238E27FC236}">
                <a16:creationId xmlns:a16="http://schemas.microsoft.com/office/drawing/2014/main" id="{C9EEE957-6473-98B8-E15B-DDB724A3CD73}"/>
              </a:ext>
            </a:extLst>
          </p:cNvPr>
          <p:cNvSpPr txBox="1">
            <a:spLocks noChangeArrowheads="1"/>
          </p:cNvSpPr>
          <p:nvPr/>
        </p:nvSpPr>
        <p:spPr bwMode="auto">
          <a:xfrm>
            <a:off x="1708732" y="2676110"/>
            <a:ext cx="85645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b="1" dirty="0" err="1">
                <a:latin typeface="Courier New" pitchFamily="49" charset="0"/>
              </a:rPr>
              <a:t>int</a:t>
            </a:r>
            <a:r>
              <a:rPr lang="en-US" b="1" dirty="0">
                <a:latin typeface="Courier New" pitchFamily="49" charset="0"/>
              </a:rPr>
              <a:t> count = 0;</a:t>
            </a:r>
          </a:p>
          <a:p>
            <a:pPr>
              <a:defRPr/>
            </a:pPr>
            <a:r>
              <a:rPr lang="en-US" b="1" dirty="0">
                <a:latin typeface="Courier New" pitchFamily="49" charset="0"/>
              </a:rPr>
              <a:t>while (count &lt; 100) {</a:t>
            </a:r>
          </a:p>
          <a:p>
            <a:pPr>
              <a:defRPr/>
            </a:pPr>
            <a:r>
              <a:rPr lang="en-US" b="1" dirty="0">
                <a:latin typeface="Courier New" pitchFamily="49" charset="0"/>
              </a:rPr>
              <a:t>  </a:t>
            </a:r>
            <a:r>
              <a:rPr lang="en-US" b="1" dirty="0" err="1">
                <a:latin typeface="Courier New" pitchFamily="49" charset="0"/>
              </a:rPr>
              <a:t>System.out.println</a:t>
            </a:r>
            <a:r>
              <a:rPr lang="en-US" b="1" dirty="0">
                <a:latin typeface="Courier New" pitchFamily="49" charset="0"/>
              </a:rPr>
              <a:t>("Welcome to Java");</a:t>
            </a:r>
          </a:p>
          <a:p>
            <a:pPr>
              <a:defRPr/>
            </a:pPr>
            <a:r>
              <a:rPr lang="en-US" b="1" dirty="0">
                <a:latin typeface="Courier New" pitchFamily="49" charset="0"/>
              </a:rPr>
              <a:t>  count++;</a:t>
            </a:r>
          </a:p>
          <a:p>
            <a:pPr>
              <a:defRPr/>
            </a:pPr>
            <a:r>
              <a:rPr lang="en-US" b="1" dirty="0">
                <a:latin typeface="Courier New" pitchFamily="49" charset="0"/>
              </a:rPr>
              <a:t>}</a:t>
            </a:r>
          </a:p>
        </p:txBody>
      </p:sp>
      <p:grpSp>
        <p:nvGrpSpPr>
          <p:cNvPr id="23" name="Group 22">
            <a:extLst>
              <a:ext uri="{FF2B5EF4-FFF2-40B4-BE49-F238E27FC236}">
                <a16:creationId xmlns:a16="http://schemas.microsoft.com/office/drawing/2014/main" id="{EF2BAB5D-EF87-E709-7075-06D342F42DA7}"/>
              </a:ext>
            </a:extLst>
          </p:cNvPr>
          <p:cNvGrpSpPr/>
          <p:nvPr/>
        </p:nvGrpSpPr>
        <p:grpSpPr>
          <a:xfrm>
            <a:off x="4661454" y="2231640"/>
            <a:ext cx="5122645" cy="869369"/>
            <a:chOff x="4661454" y="2231640"/>
            <a:chExt cx="5122645" cy="869369"/>
          </a:xfrm>
        </p:grpSpPr>
        <p:cxnSp>
          <p:nvCxnSpPr>
            <p:cNvPr id="12" name="Connector: Elbow 11">
              <a:extLst>
                <a:ext uri="{FF2B5EF4-FFF2-40B4-BE49-F238E27FC236}">
                  <a16:creationId xmlns:a16="http://schemas.microsoft.com/office/drawing/2014/main" id="{683369A3-705E-7900-37FF-84BCF1BDEEAC}"/>
                </a:ext>
              </a:extLst>
            </p:cNvPr>
            <p:cNvCxnSpPr>
              <a:cxnSpLocks/>
            </p:cNvCxnSpPr>
            <p:nvPr/>
          </p:nvCxnSpPr>
          <p:spPr>
            <a:xfrm rot="10800000" flipV="1">
              <a:off x="4661454" y="2413647"/>
              <a:ext cx="1759224" cy="687362"/>
            </a:xfrm>
            <a:prstGeom prst="bentConnector3">
              <a:avLst>
                <a:gd name="adj1" fmla="val 100283"/>
              </a:avLst>
            </a:prstGeom>
            <a:ln w="254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C1B1816-0DA9-D948-23FE-B938CC2A2B06}"/>
                </a:ext>
              </a:extLst>
            </p:cNvPr>
            <p:cNvSpPr txBox="1"/>
            <p:nvPr/>
          </p:nvSpPr>
          <p:spPr>
            <a:xfrm>
              <a:off x="6420678" y="2231640"/>
              <a:ext cx="3363421" cy="369332"/>
            </a:xfrm>
            <a:prstGeom prst="rect">
              <a:avLst/>
            </a:prstGeom>
            <a:noFill/>
          </p:spPr>
          <p:txBody>
            <a:bodyPr wrap="none" rtlCol="0">
              <a:spAutoFit/>
            </a:bodyPr>
            <a:lstStyle/>
            <a:p>
              <a:r>
                <a:rPr lang="en-US" b="1" dirty="0">
                  <a:solidFill>
                    <a:srgbClr val="FFFF00"/>
                  </a:solidFill>
                </a:rPr>
                <a:t>Loop continuation condition</a:t>
              </a:r>
            </a:p>
          </p:txBody>
        </p:sp>
      </p:grpSp>
      <p:grpSp>
        <p:nvGrpSpPr>
          <p:cNvPr id="24" name="Group 23">
            <a:extLst>
              <a:ext uri="{FF2B5EF4-FFF2-40B4-BE49-F238E27FC236}">
                <a16:creationId xmlns:a16="http://schemas.microsoft.com/office/drawing/2014/main" id="{66D06FC7-C243-0B97-9059-5A11F17097F7}"/>
              </a:ext>
            </a:extLst>
          </p:cNvPr>
          <p:cNvGrpSpPr/>
          <p:nvPr/>
        </p:nvGrpSpPr>
        <p:grpSpPr>
          <a:xfrm>
            <a:off x="2063750" y="3429000"/>
            <a:ext cx="7100128" cy="1525351"/>
            <a:chOff x="2063750" y="3429000"/>
            <a:chExt cx="7100128" cy="1525351"/>
          </a:xfrm>
        </p:grpSpPr>
        <p:sp>
          <p:nvSpPr>
            <p:cNvPr id="18" name="Rectangle 17">
              <a:extLst>
                <a:ext uri="{FF2B5EF4-FFF2-40B4-BE49-F238E27FC236}">
                  <a16:creationId xmlns:a16="http://schemas.microsoft.com/office/drawing/2014/main" id="{81428AB5-215F-C152-F807-30CC8917EAB1}"/>
                </a:ext>
              </a:extLst>
            </p:cNvPr>
            <p:cNvSpPr/>
            <p:nvPr/>
          </p:nvSpPr>
          <p:spPr>
            <a:xfrm>
              <a:off x="2063750" y="3429000"/>
              <a:ext cx="7100128" cy="828029"/>
            </a:xfrm>
            <a:prstGeom prst="rect">
              <a:avLst/>
            </a:prstGeom>
            <a:solidFill>
              <a:schemeClr val="accent1">
                <a:alpha val="43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onnector: Elbow 18">
              <a:extLst>
                <a:ext uri="{FF2B5EF4-FFF2-40B4-BE49-F238E27FC236}">
                  <a16:creationId xmlns:a16="http://schemas.microsoft.com/office/drawing/2014/main" id="{CE9324FF-F78D-F1FD-3D1A-2D61400D440B}"/>
                </a:ext>
              </a:extLst>
            </p:cNvPr>
            <p:cNvCxnSpPr>
              <a:cxnSpLocks/>
            </p:cNvCxnSpPr>
            <p:nvPr/>
          </p:nvCxnSpPr>
          <p:spPr>
            <a:xfrm rot="10800000">
              <a:off x="5148470" y="4257030"/>
              <a:ext cx="1866036" cy="533009"/>
            </a:xfrm>
            <a:prstGeom prst="bentConnector3">
              <a:avLst>
                <a:gd name="adj1" fmla="val 100068"/>
              </a:avLst>
            </a:prstGeom>
            <a:ln w="254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C2D566B-8CD6-2756-D7B0-F76BA0424BF9}"/>
                </a:ext>
              </a:extLst>
            </p:cNvPr>
            <p:cNvSpPr txBox="1"/>
            <p:nvPr/>
          </p:nvSpPr>
          <p:spPr>
            <a:xfrm>
              <a:off x="6962190" y="4585019"/>
              <a:ext cx="1383712" cy="369332"/>
            </a:xfrm>
            <a:prstGeom prst="rect">
              <a:avLst/>
            </a:prstGeom>
            <a:noFill/>
          </p:spPr>
          <p:txBody>
            <a:bodyPr wrap="none" rtlCol="0">
              <a:spAutoFit/>
            </a:bodyPr>
            <a:lstStyle/>
            <a:p>
              <a:r>
                <a:rPr lang="en-US" b="1" dirty="0">
                  <a:solidFill>
                    <a:srgbClr val="FFFF00"/>
                  </a:solidFill>
                </a:rPr>
                <a:t>Loop body</a:t>
              </a:r>
            </a:p>
          </p:txBody>
        </p:sp>
      </p:grpSp>
    </p:spTree>
    <p:extLst>
      <p:ext uri="{BB962C8B-B14F-4D97-AF65-F5344CB8AC3E}">
        <p14:creationId xmlns:p14="http://schemas.microsoft.com/office/powerpoint/2010/main" val="213163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2C27-DBD3-4A48-7192-03B1F03EF418}"/>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D23D4B5E-4FB9-C3F6-82A2-F834772FEC0E}"/>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9</a:t>
            </a:fld>
            <a:endParaRPr lang="en-US" altLang="en-US" sz="1400"/>
          </a:p>
        </p:txBody>
      </p:sp>
      <p:sp>
        <p:nvSpPr>
          <p:cNvPr id="7171" name="Rectangle 2">
            <a:extLst>
              <a:ext uri="{FF2B5EF4-FFF2-40B4-BE49-F238E27FC236}">
                <a16:creationId xmlns:a16="http://schemas.microsoft.com/office/drawing/2014/main" id="{F396D2B6-69F8-7EDF-15D9-3F0F52538F02}"/>
              </a:ext>
            </a:extLst>
          </p:cNvPr>
          <p:cNvSpPr>
            <a:spLocks noGrp="1" noChangeArrowheads="1"/>
          </p:cNvSpPr>
          <p:nvPr>
            <p:ph type="title"/>
          </p:nvPr>
        </p:nvSpPr>
        <p:spPr>
          <a:xfrm>
            <a:off x="2063750" y="228601"/>
            <a:ext cx="8142288" cy="665163"/>
          </a:xfrm>
        </p:spPr>
        <p:txBody>
          <a:bodyPr/>
          <a:lstStyle/>
          <a:p>
            <a:r>
              <a:rPr lang="en-US" altLang="en-US" sz="4000" dirty="0"/>
              <a:t>Introducing </a:t>
            </a:r>
            <a:r>
              <a:rPr lang="en-US" altLang="en-US" sz="4000" b="1" dirty="0"/>
              <a:t>do-while</a:t>
            </a:r>
            <a:r>
              <a:rPr lang="en-US" altLang="en-US" sz="4000" dirty="0"/>
              <a:t> Loops</a:t>
            </a:r>
          </a:p>
        </p:txBody>
      </p:sp>
      <p:sp>
        <p:nvSpPr>
          <p:cNvPr id="7172" name="Rectangle 3">
            <a:extLst>
              <a:ext uri="{FF2B5EF4-FFF2-40B4-BE49-F238E27FC236}">
                <a16:creationId xmlns:a16="http://schemas.microsoft.com/office/drawing/2014/main" id="{E3929499-B44C-56E9-AF15-4BB5A867DE4D}"/>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E2BDF663-D2FC-E1B1-F085-5E786A085C89}"/>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88D15FC9-15FA-2DFC-80ED-F3DAD1C0E673}"/>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 name="TextBox 5">
            <a:extLst>
              <a:ext uri="{FF2B5EF4-FFF2-40B4-BE49-F238E27FC236}">
                <a16:creationId xmlns:a16="http://schemas.microsoft.com/office/drawing/2014/main" id="{01F14AE1-5491-B41E-3E27-196448B7E5CC}"/>
              </a:ext>
            </a:extLst>
          </p:cNvPr>
          <p:cNvSpPr txBox="1"/>
          <p:nvPr/>
        </p:nvSpPr>
        <p:spPr>
          <a:xfrm>
            <a:off x="1795910" y="998583"/>
            <a:ext cx="992579" cy="369332"/>
          </a:xfrm>
          <a:prstGeom prst="rect">
            <a:avLst/>
          </a:prstGeom>
          <a:noFill/>
        </p:spPr>
        <p:txBody>
          <a:bodyPr wrap="none" rtlCol="0">
            <a:spAutoFit/>
          </a:bodyPr>
          <a:lstStyle/>
          <a:p>
            <a:r>
              <a:rPr lang="en-US" b="1" dirty="0"/>
              <a:t>Syntax:</a:t>
            </a:r>
          </a:p>
        </p:txBody>
      </p:sp>
      <p:pic>
        <p:nvPicPr>
          <p:cNvPr id="11" name="Picture 10">
            <a:extLst>
              <a:ext uri="{FF2B5EF4-FFF2-40B4-BE49-F238E27FC236}">
                <a16:creationId xmlns:a16="http://schemas.microsoft.com/office/drawing/2014/main" id="{D144123D-137B-198F-8626-9C943B306139}"/>
              </a:ext>
            </a:extLst>
          </p:cNvPr>
          <p:cNvPicPr>
            <a:picLocks noChangeAspect="1"/>
          </p:cNvPicPr>
          <p:nvPr/>
        </p:nvPicPr>
        <p:blipFill>
          <a:blip r:embed="rId3"/>
          <a:stretch>
            <a:fillRect/>
          </a:stretch>
        </p:blipFill>
        <p:spPr>
          <a:xfrm>
            <a:off x="1888126" y="1415026"/>
            <a:ext cx="4420217" cy="1133633"/>
          </a:xfrm>
          <a:prstGeom prst="rect">
            <a:avLst/>
          </a:prstGeom>
        </p:spPr>
      </p:pic>
      <p:pic>
        <p:nvPicPr>
          <p:cNvPr id="13" name="Picture 12">
            <a:extLst>
              <a:ext uri="{FF2B5EF4-FFF2-40B4-BE49-F238E27FC236}">
                <a16:creationId xmlns:a16="http://schemas.microsoft.com/office/drawing/2014/main" id="{C434B409-F06C-CBFE-E435-A47D59FF4EC1}"/>
              </a:ext>
            </a:extLst>
          </p:cNvPr>
          <p:cNvPicPr>
            <a:picLocks noChangeAspect="1"/>
          </p:cNvPicPr>
          <p:nvPr/>
        </p:nvPicPr>
        <p:blipFill>
          <a:blip r:embed="rId4"/>
          <a:stretch>
            <a:fillRect/>
          </a:stretch>
        </p:blipFill>
        <p:spPr>
          <a:xfrm>
            <a:off x="1888126" y="3069921"/>
            <a:ext cx="4467849" cy="3077004"/>
          </a:xfrm>
          <a:prstGeom prst="rect">
            <a:avLst/>
          </a:prstGeom>
        </p:spPr>
      </p:pic>
    </p:spTree>
    <p:extLst>
      <p:ext uri="{BB962C8B-B14F-4D97-AF65-F5344CB8AC3E}">
        <p14:creationId xmlns:p14="http://schemas.microsoft.com/office/powerpoint/2010/main" val="165896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F13B-0077-529C-5B28-ABC3E4FD7A94}"/>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C5443F39-A530-656D-7959-15AF868D4095}"/>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10</a:t>
            </a:fld>
            <a:endParaRPr lang="en-US" altLang="en-US" sz="1400"/>
          </a:p>
        </p:txBody>
      </p:sp>
      <p:sp>
        <p:nvSpPr>
          <p:cNvPr id="7171" name="Rectangle 2">
            <a:extLst>
              <a:ext uri="{FF2B5EF4-FFF2-40B4-BE49-F238E27FC236}">
                <a16:creationId xmlns:a16="http://schemas.microsoft.com/office/drawing/2014/main" id="{3435425D-EFF7-1C88-51E1-EFB8C81CFCFE}"/>
              </a:ext>
            </a:extLst>
          </p:cNvPr>
          <p:cNvSpPr>
            <a:spLocks noGrp="1" noChangeArrowheads="1"/>
          </p:cNvSpPr>
          <p:nvPr>
            <p:ph type="title"/>
          </p:nvPr>
        </p:nvSpPr>
        <p:spPr>
          <a:xfrm>
            <a:off x="2063750" y="228601"/>
            <a:ext cx="8142288" cy="665163"/>
          </a:xfrm>
        </p:spPr>
        <p:txBody>
          <a:bodyPr/>
          <a:lstStyle/>
          <a:p>
            <a:r>
              <a:rPr lang="en-US" altLang="en-US" sz="4000" dirty="0"/>
              <a:t>Introducing </a:t>
            </a:r>
            <a:r>
              <a:rPr lang="en-US" altLang="en-US" sz="4000" b="1" dirty="0"/>
              <a:t>for</a:t>
            </a:r>
            <a:r>
              <a:rPr lang="en-US" altLang="en-US" sz="4000" dirty="0"/>
              <a:t> Loops</a:t>
            </a:r>
          </a:p>
        </p:txBody>
      </p:sp>
      <p:sp>
        <p:nvSpPr>
          <p:cNvPr id="7172" name="Rectangle 3">
            <a:extLst>
              <a:ext uri="{FF2B5EF4-FFF2-40B4-BE49-F238E27FC236}">
                <a16:creationId xmlns:a16="http://schemas.microsoft.com/office/drawing/2014/main" id="{B97B56A5-E3E4-9E44-026B-EA1B3C4D204A}"/>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2AFF89AA-F4D4-A7DE-9687-6352A37683BE}"/>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BE57322A-E19F-4478-454B-A318D70E4F9B}"/>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 name="TextBox 5">
            <a:extLst>
              <a:ext uri="{FF2B5EF4-FFF2-40B4-BE49-F238E27FC236}">
                <a16:creationId xmlns:a16="http://schemas.microsoft.com/office/drawing/2014/main" id="{4854B39A-2A06-88BF-CE2A-78A4B3E66451}"/>
              </a:ext>
            </a:extLst>
          </p:cNvPr>
          <p:cNvSpPr txBox="1"/>
          <p:nvPr/>
        </p:nvSpPr>
        <p:spPr>
          <a:xfrm>
            <a:off x="1795910" y="998583"/>
            <a:ext cx="992579" cy="369332"/>
          </a:xfrm>
          <a:prstGeom prst="rect">
            <a:avLst/>
          </a:prstGeom>
          <a:noFill/>
        </p:spPr>
        <p:txBody>
          <a:bodyPr wrap="none" rtlCol="0">
            <a:spAutoFit/>
          </a:bodyPr>
          <a:lstStyle/>
          <a:p>
            <a:r>
              <a:rPr lang="en-US" b="1" dirty="0"/>
              <a:t>Syntax:</a:t>
            </a:r>
          </a:p>
        </p:txBody>
      </p:sp>
      <p:pic>
        <p:nvPicPr>
          <p:cNvPr id="3" name="Picture 2">
            <a:extLst>
              <a:ext uri="{FF2B5EF4-FFF2-40B4-BE49-F238E27FC236}">
                <a16:creationId xmlns:a16="http://schemas.microsoft.com/office/drawing/2014/main" id="{7D9E23D3-84CE-8CDA-05FF-D1098AA05FF4}"/>
              </a:ext>
            </a:extLst>
          </p:cNvPr>
          <p:cNvPicPr>
            <a:picLocks noChangeAspect="1"/>
          </p:cNvPicPr>
          <p:nvPr/>
        </p:nvPicPr>
        <p:blipFill>
          <a:blip r:embed="rId3"/>
          <a:stretch>
            <a:fillRect/>
          </a:stretch>
        </p:blipFill>
        <p:spPr>
          <a:xfrm>
            <a:off x="1871264" y="1367915"/>
            <a:ext cx="5706271" cy="1362265"/>
          </a:xfrm>
          <a:prstGeom prst="rect">
            <a:avLst/>
          </a:prstGeom>
        </p:spPr>
      </p:pic>
      <p:pic>
        <p:nvPicPr>
          <p:cNvPr id="5" name="Picture 4">
            <a:extLst>
              <a:ext uri="{FF2B5EF4-FFF2-40B4-BE49-F238E27FC236}">
                <a16:creationId xmlns:a16="http://schemas.microsoft.com/office/drawing/2014/main" id="{CDF0941E-EA4D-DC93-4E32-DE6CD5DFA00F}"/>
              </a:ext>
            </a:extLst>
          </p:cNvPr>
          <p:cNvPicPr>
            <a:picLocks noChangeAspect="1"/>
          </p:cNvPicPr>
          <p:nvPr/>
        </p:nvPicPr>
        <p:blipFill>
          <a:blip r:embed="rId4"/>
          <a:stretch>
            <a:fillRect/>
          </a:stretch>
        </p:blipFill>
        <p:spPr>
          <a:xfrm>
            <a:off x="1871264" y="2944205"/>
            <a:ext cx="3743847" cy="3772426"/>
          </a:xfrm>
          <a:prstGeom prst="rect">
            <a:avLst/>
          </a:prstGeom>
        </p:spPr>
      </p:pic>
    </p:spTree>
    <p:extLst>
      <p:ext uri="{BB962C8B-B14F-4D97-AF65-F5344CB8AC3E}">
        <p14:creationId xmlns:p14="http://schemas.microsoft.com/office/powerpoint/2010/main" val="4107823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6ACF-68E5-C588-FBBE-44471911BE03}"/>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8F320E27-E3CC-936D-FD31-3B75B417621F}"/>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11</a:t>
            </a:fld>
            <a:endParaRPr lang="en-US" altLang="en-US" sz="1400"/>
          </a:p>
        </p:txBody>
      </p:sp>
      <p:sp>
        <p:nvSpPr>
          <p:cNvPr id="7171" name="Rectangle 2">
            <a:extLst>
              <a:ext uri="{FF2B5EF4-FFF2-40B4-BE49-F238E27FC236}">
                <a16:creationId xmlns:a16="http://schemas.microsoft.com/office/drawing/2014/main" id="{EE9F37D5-5CF2-9D5A-99A0-FEF4D275F0E8}"/>
              </a:ext>
            </a:extLst>
          </p:cNvPr>
          <p:cNvSpPr>
            <a:spLocks noGrp="1" noChangeArrowheads="1"/>
          </p:cNvSpPr>
          <p:nvPr>
            <p:ph type="title"/>
          </p:nvPr>
        </p:nvSpPr>
        <p:spPr>
          <a:xfrm>
            <a:off x="2063750" y="228601"/>
            <a:ext cx="8142288" cy="665163"/>
          </a:xfrm>
        </p:spPr>
        <p:txBody>
          <a:bodyPr/>
          <a:lstStyle/>
          <a:p>
            <a:r>
              <a:rPr lang="en-US" altLang="en-US" sz="4000" dirty="0"/>
              <a:t>Introducing </a:t>
            </a:r>
            <a:r>
              <a:rPr lang="en-US" altLang="en-US" sz="4000" b="1" dirty="0"/>
              <a:t>for</a:t>
            </a:r>
            <a:r>
              <a:rPr lang="en-US" altLang="en-US" sz="4000" dirty="0"/>
              <a:t> Loops</a:t>
            </a:r>
          </a:p>
        </p:txBody>
      </p:sp>
      <p:sp>
        <p:nvSpPr>
          <p:cNvPr id="7172" name="Rectangle 3">
            <a:extLst>
              <a:ext uri="{FF2B5EF4-FFF2-40B4-BE49-F238E27FC236}">
                <a16:creationId xmlns:a16="http://schemas.microsoft.com/office/drawing/2014/main" id="{4B4B9F6D-1B4A-FD01-46FF-6467CDEEA409}"/>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7FE5FBD1-F917-A77B-E151-7FE1198B2C3C}"/>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8817DF4C-3C7C-897A-0D09-A40F6F3562CB}"/>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
            <a:extLst>
              <a:ext uri="{FF2B5EF4-FFF2-40B4-BE49-F238E27FC236}">
                <a16:creationId xmlns:a16="http://schemas.microsoft.com/office/drawing/2014/main" id="{A94A3B9D-2D44-3FA4-D5DC-FCAA07E4D3A3}"/>
              </a:ext>
            </a:extLst>
          </p:cNvPr>
          <p:cNvSpPr>
            <a:spLocks noChangeArrowheads="1"/>
          </p:cNvSpPr>
          <p:nvPr/>
        </p:nvSpPr>
        <p:spPr bwMode="auto">
          <a:xfrm>
            <a:off x="1851138" y="1262678"/>
            <a:ext cx="625042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Consolas" panose="020B0609020204030204" pitchFamily="49" charset="0"/>
              </a:rPr>
              <a:t>int</a:t>
            </a:r>
            <a:r>
              <a:rPr kumimoji="0" lang="en-US" altLang="en-US" sz="2000" b="0" i="0" u="none" strike="noStrike" cap="none" normalizeH="0" baseline="0" dirty="0">
                <a:ln>
                  <a:noFill/>
                </a:ln>
                <a:effectLst/>
                <a:latin typeface="Consolas" panose="020B0609020204030204" pitchFamily="49" charset="0"/>
              </a:rPr>
              <a:t>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Consolas" panose="020B0609020204030204" pitchFamily="49" charset="0"/>
              </a:rPr>
              <a:t>for</a:t>
            </a:r>
            <a:r>
              <a:rPr kumimoji="0" lang="en-US" altLang="en-US" sz="2000" b="0" i="0" u="none" strike="noStrike" cap="none" normalizeH="0" baseline="0" dirty="0">
                <a:ln>
                  <a:noFill/>
                </a:ln>
                <a:effectLst/>
                <a:latin typeface="Consolas" panose="020B0609020204030204" pitchFamily="49" charset="0"/>
              </a:rPr>
              <a:t>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 0;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&lt; 100;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onsolas" panose="020B0609020204030204" pitchFamily="49" charset="0"/>
              </a:rPr>
              <a:t>   </a:t>
            </a:r>
            <a:r>
              <a:rPr kumimoji="0" lang="en-US" altLang="en-US" sz="2000" b="0" i="0" u="none" strike="noStrike" cap="none" normalizeH="0" baseline="0" dirty="0" err="1">
                <a:ln>
                  <a:noFill/>
                </a:ln>
                <a:effectLst/>
                <a:latin typeface="Consolas" panose="020B0609020204030204" pitchFamily="49" charset="0"/>
              </a:rPr>
              <a:t>System.out.println</a:t>
            </a:r>
            <a:r>
              <a:rPr kumimoji="0" lang="en-US" altLang="en-US" sz="2000" b="0" i="0" u="none" strike="noStrike" cap="none" normalizeH="0" baseline="0" dirty="0">
                <a:ln>
                  <a:noFill/>
                </a:ln>
                <a:effectLst/>
                <a:latin typeface="Consolas" panose="020B0609020204030204" pitchFamily="49" charset="0"/>
              </a:rPr>
              <a:t>("Welcome to Java!");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nsolas" panose="020B0609020204030204" pitchFamily="49" charset="0"/>
              </a:rPr>
              <a:t>} </a:t>
            </a:r>
          </a:p>
        </p:txBody>
      </p:sp>
      <p:sp>
        <p:nvSpPr>
          <p:cNvPr id="4" name="Rectangle 3">
            <a:extLst>
              <a:ext uri="{FF2B5EF4-FFF2-40B4-BE49-F238E27FC236}">
                <a16:creationId xmlns:a16="http://schemas.microsoft.com/office/drawing/2014/main" id="{2A0FE2AF-990A-1E0E-6217-69F21995B282}"/>
              </a:ext>
            </a:extLst>
          </p:cNvPr>
          <p:cNvSpPr>
            <a:spLocks noChangeArrowheads="1"/>
          </p:cNvSpPr>
          <p:nvPr/>
        </p:nvSpPr>
        <p:spPr bwMode="auto">
          <a:xfrm>
            <a:off x="1708732" y="3164425"/>
            <a:ext cx="625042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Consolas" panose="020B0609020204030204" pitchFamily="49" charset="0"/>
              </a:rPr>
              <a:t>for</a:t>
            </a:r>
            <a:r>
              <a:rPr kumimoji="0" lang="en-US" altLang="en-US" sz="2000" b="0" i="0" u="none" strike="noStrike" cap="none" normalizeH="0" baseline="0" dirty="0">
                <a:ln>
                  <a:noFill/>
                </a:ln>
                <a:effectLst/>
                <a:latin typeface="Consolas" panose="020B0609020204030204" pitchFamily="49" charset="0"/>
              </a:rPr>
              <a:t> (int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 0;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&lt; 100; </a:t>
            </a:r>
            <a:r>
              <a:rPr kumimoji="0" lang="en-US" altLang="en-US" sz="2000" b="0" i="0" u="none" strike="noStrike" cap="none" normalizeH="0" baseline="0" dirty="0" err="1">
                <a:ln>
                  <a:noFill/>
                </a:ln>
                <a:effectLst/>
                <a:latin typeface="Consolas" panose="020B0609020204030204" pitchFamily="49" charset="0"/>
              </a:rPr>
              <a:t>i</a:t>
            </a:r>
            <a:r>
              <a:rPr kumimoji="0" lang="en-US" altLang="en-US" sz="2000" b="0" i="0" u="none" strike="noStrike" cap="none" normalizeH="0" baseline="0" dirty="0">
                <a:ln>
                  <a:noFill/>
                </a:ln>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Consolas" panose="020B0609020204030204" pitchFamily="49" charset="0"/>
              </a:rPr>
              <a:t>   </a:t>
            </a:r>
            <a:r>
              <a:rPr kumimoji="0" lang="en-US" altLang="en-US" sz="2000" b="0" i="0" u="none" strike="noStrike" cap="none" normalizeH="0" baseline="0" dirty="0" err="1">
                <a:ln>
                  <a:noFill/>
                </a:ln>
                <a:effectLst/>
                <a:latin typeface="Consolas" panose="020B0609020204030204" pitchFamily="49" charset="0"/>
              </a:rPr>
              <a:t>System.out.println</a:t>
            </a:r>
            <a:r>
              <a:rPr kumimoji="0" lang="en-US" altLang="en-US" sz="2000" b="0" i="0" u="none" strike="noStrike" cap="none" normalizeH="0" baseline="0" dirty="0">
                <a:ln>
                  <a:noFill/>
                </a:ln>
                <a:effectLst/>
                <a:latin typeface="Consolas" panose="020B0609020204030204" pitchFamily="49" charset="0"/>
              </a:rPr>
              <a:t>("Welcome to Java!");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Consolas" panose="020B0609020204030204" pitchFamily="49" charset="0"/>
              </a:rPr>
              <a:t>} </a:t>
            </a:r>
          </a:p>
        </p:txBody>
      </p:sp>
      <p:sp>
        <p:nvSpPr>
          <p:cNvPr id="7" name="TextBox 6">
            <a:extLst>
              <a:ext uri="{FF2B5EF4-FFF2-40B4-BE49-F238E27FC236}">
                <a16:creationId xmlns:a16="http://schemas.microsoft.com/office/drawing/2014/main" id="{47F76BEC-97F3-958F-F3B2-FB20A860B684}"/>
              </a:ext>
            </a:extLst>
          </p:cNvPr>
          <p:cNvSpPr txBox="1"/>
          <p:nvPr/>
        </p:nvSpPr>
        <p:spPr>
          <a:xfrm>
            <a:off x="3627783" y="2548871"/>
            <a:ext cx="986167" cy="769441"/>
          </a:xfrm>
          <a:prstGeom prst="rect">
            <a:avLst/>
          </a:prstGeom>
          <a:noFill/>
        </p:spPr>
        <p:txBody>
          <a:bodyPr wrap="none" rtlCol="0">
            <a:spAutoFit/>
          </a:bodyPr>
          <a:lstStyle/>
          <a:p>
            <a:r>
              <a:rPr lang="en-US" sz="4400" b="1" dirty="0"/>
              <a:t>OR</a:t>
            </a:r>
          </a:p>
        </p:txBody>
      </p:sp>
    </p:spTree>
    <p:extLst>
      <p:ext uri="{BB962C8B-B14F-4D97-AF65-F5344CB8AC3E}">
        <p14:creationId xmlns:p14="http://schemas.microsoft.com/office/powerpoint/2010/main" val="299261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a:extLst>
              <a:ext uri="{FF2B5EF4-FFF2-40B4-BE49-F238E27FC236}">
                <a16:creationId xmlns:a16="http://schemas.microsoft.com/office/drawing/2014/main" id="{5AA88119-B0EC-0FE2-71AF-E8B9F697D9E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AED714-6762-4F35-9556-2721A939720F}" type="slidenum">
              <a:rPr lang="en-US" altLang="en-US" sz="1400"/>
              <a:pPr>
                <a:spcBef>
                  <a:spcPct val="0"/>
                </a:spcBef>
                <a:buClrTx/>
                <a:buSzTx/>
                <a:buFontTx/>
                <a:buNone/>
              </a:pPr>
              <a:t>12</a:t>
            </a:fld>
            <a:endParaRPr lang="en-US" altLang="en-US" sz="1400"/>
          </a:p>
        </p:txBody>
      </p:sp>
      <p:sp>
        <p:nvSpPr>
          <p:cNvPr id="41987" name="Rectangle 2">
            <a:extLst>
              <a:ext uri="{FF2B5EF4-FFF2-40B4-BE49-F238E27FC236}">
                <a16:creationId xmlns:a16="http://schemas.microsoft.com/office/drawing/2014/main" id="{6B62B783-AC9D-D08A-F31C-321C818526F8}"/>
              </a:ext>
            </a:extLst>
          </p:cNvPr>
          <p:cNvSpPr>
            <a:spLocks noGrp="1" noChangeArrowheads="1"/>
          </p:cNvSpPr>
          <p:nvPr>
            <p:ph type="title"/>
          </p:nvPr>
        </p:nvSpPr>
        <p:spPr>
          <a:xfrm>
            <a:off x="2209800" y="152400"/>
            <a:ext cx="7772400" cy="609600"/>
          </a:xfrm>
        </p:spPr>
        <p:txBody>
          <a:bodyPr/>
          <a:lstStyle/>
          <a:p>
            <a:r>
              <a:rPr lang="en-US" altLang="en-US"/>
              <a:t>Which Loop to Use?</a:t>
            </a:r>
          </a:p>
        </p:txBody>
      </p:sp>
      <p:sp>
        <p:nvSpPr>
          <p:cNvPr id="41988" name="Text Box 3">
            <a:extLst>
              <a:ext uri="{FF2B5EF4-FFF2-40B4-BE49-F238E27FC236}">
                <a16:creationId xmlns:a16="http://schemas.microsoft.com/office/drawing/2014/main" id="{F0BB23F5-869C-8F3B-4892-00759368AABB}"/>
              </a:ext>
            </a:extLst>
          </p:cNvPr>
          <p:cNvSpPr txBox="1">
            <a:spLocks noChangeArrowheads="1"/>
          </p:cNvSpPr>
          <p:nvPr/>
        </p:nvSpPr>
        <p:spPr bwMode="auto">
          <a:xfrm>
            <a:off x="1828800" y="914400"/>
            <a:ext cx="8610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cs typeface="Times New Roman" panose="02020603050405020304" pitchFamily="18" charset="0"/>
              </a:rPr>
              <a:t>The three forms of loop statements, </a:t>
            </a:r>
            <a:r>
              <a:rPr lang="en-US" altLang="en-US" sz="2400" u="sng">
                <a:cs typeface="Times New Roman" panose="02020603050405020304" pitchFamily="18" charset="0"/>
              </a:rPr>
              <a:t>while</a:t>
            </a:r>
            <a:r>
              <a:rPr lang="en-US" altLang="en-US" sz="2400">
                <a:cs typeface="Times New Roman" panose="02020603050405020304" pitchFamily="18" charset="0"/>
              </a:rPr>
              <a:t>, </a:t>
            </a:r>
            <a:r>
              <a:rPr lang="en-US" altLang="en-US" sz="2400" u="sng">
                <a:cs typeface="Times New Roman" panose="02020603050405020304" pitchFamily="18" charset="0"/>
              </a:rPr>
              <a:t>do-while</a:t>
            </a:r>
            <a:r>
              <a:rPr lang="en-US" altLang="en-US" sz="2400">
                <a:cs typeface="Times New Roman" panose="02020603050405020304" pitchFamily="18" charset="0"/>
              </a:rPr>
              <a:t>, and </a:t>
            </a:r>
            <a:r>
              <a:rPr lang="en-US" altLang="en-US" sz="2400" u="sng">
                <a:cs typeface="Times New Roman" panose="02020603050405020304" pitchFamily="18" charset="0"/>
              </a:rPr>
              <a:t>for</a:t>
            </a:r>
            <a:r>
              <a:rPr lang="en-US" altLang="en-US" sz="2400">
                <a:cs typeface="Times New Roman" panose="02020603050405020304" pitchFamily="18" charset="0"/>
              </a:rPr>
              <a:t>, are expressively equivalent; that is, you can write a loop in any of these three forms.</a:t>
            </a:r>
            <a:r>
              <a:rPr lang="en-US" altLang="en-US" sz="2400"/>
              <a:t> </a:t>
            </a:r>
            <a:r>
              <a:rPr lang="en-US" altLang="en-US" sz="2400">
                <a:cs typeface="Courier New" panose="02070309020205020404" pitchFamily="49" charset="0"/>
              </a:rPr>
              <a:t>For example, a </a:t>
            </a:r>
            <a:r>
              <a:rPr lang="en-US" altLang="en-US" sz="2400" u="sng">
                <a:cs typeface="Courier New" panose="02070309020205020404" pitchFamily="49" charset="0"/>
              </a:rPr>
              <a:t>while</a:t>
            </a:r>
            <a:r>
              <a:rPr lang="en-US" altLang="en-US" sz="2400">
                <a:cs typeface="Courier New" panose="02070309020205020404" pitchFamily="49" charset="0"/>
              </a:rPr>
              <a:t> loop in (a) in the following figure can always be converted into the following </a:t>
            </a:r>
            <a:r>
              <a:rPr lang="en-US" altLang="en-US" sz="2400" u="sng">
                <a:cs typeface="Courier New" panose="02070309020205020404" pitchFamily="49" charset="0"/>
              </a:rPr>
              <a:t>for</a:t>
            </a:r>
            <a:r>
              <a:rPr lang="en-US" altLang="en-US" sz="2400">
                <a:cs typeface="Courier New" panose="02070309020205020404" pitchFamily="49" charset="0"/>
              </a:rPr>
              <a:t> loop in (b):</a:t>
            </a:r>
            <a:endParaRPr lang="en-US" altLang="en-US" sz="2400"/>
          </a:p>
        </p:txBody>
      </p:sp>
      <p:sp>
        <p:nvSpPr>
          <p:cNvPr id="41989" name="Rectangle 10">
            <a:extLst>
              <a:ext uri="{FF2B5EF4-FFF2-40B4-BE49-F238E27FC236}">
                <a16:creationId xmlns:a16="http://schemas.microsoft.com/office/drawing/2014/main" id="{055F6CCF-78FC-133A-6F59-A9B417D75940}"/>
              </a:ext>
            </a:extLst>
          </p:cNvPr>
          <p:cNvSpPr>
            <a:spLocks noChangeArrowheads="1"/>
          </p:cNvSpPr>
          <p:nvPr/>
        </p:nvSpPr>
        <p:spPr bwMode="auto">
          <a:xfrm>
            <a:off x="3500438" y="31337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0" name="Text Box 11">
            <a:extLst>
              <a:ext uri="{FF2B5EF4-FFF2-40B4-BE49-F238E27FC236}">
                <a16:creationId xmlns:a16="http://schemas.microsoft.com/office/drawing/2014/main" id="{E7EF16D0-D40E-BA79-7F7D-089DE4551BA7}"/>
              </a:ext>
            </a:extLst>
          </p:cNvPr>
          <p:cNvSpPr txBox="1">
            <a:spLocks noChangeArrowheads="1"/>
          </p:cNvSpPr>
          <p:nvPr/>
        </p:nvSpPr>
        <p:spPr bwMode="auto">
          <a:xfrm>
            <a:off x="1828800" y="3962401"/>
            <a:ext cx="8610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cs typeface="Times New Roman" panose="02020603050405020304" pitchFamily="18" charset="0"/>
              </a:rPr>
              <a:t>A for loop in (a) in the following figure can generally be converted into the following while loop in (b) except in certain special cases (see Review Question 3.19 for one of them):</a:t>
            </a:r>
          </a:p>
        </p:txBody>
      </p:sp>
      <p:sp>
        <p:nvSpPr>
          <p:cNvPr id="41991" name="Rectangle 13">
            <a:extLst>
              <a:ext uri="{FF2B5EF4-FFF2-40B4-BE49-F238E27FC236}">
                <a16:creationId xmlns:a16="http://schemas.microsoft.com/office/drawing/2014/main" id="{CEDE11AB-7B97-BB10-F52C-76A0CDEE3490}"/>
              </a:ext>
            </a:extLst>
          </p:cNvPr>
          <p:cNvSpPr>
            <a:spLocks noChangeArrowheads="1"/>
          </p:cNvSpPr>
          <p:nvPr/>
        </p:nvSpPr>
        <p:spPr bwMode="auto">
          <a:xfrm>
            <a:off x="3548063" y="30099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1992" name="Object 12">
            <a:extLst>
              <a:ext uri="{FF2B5EF4-FFF2-40B4-BE49-F238E27FC236}">
                <a16:creationId xmlns:a16="http://schemas.microsoft.com/office/drawing/2014/main" id="{A0C97E91-41B5-07EA-0DC7-1A5800F7BF16}"/>
              </a:ext>
            </a:extLst>
          </p:cNvPr>
          <p:cNvGraphicFramePr>
            <a:graphicFrameLocks noChangeAspect="1"/>
          </p:cNvGraphicFramePr>
          <p:nvPr/>
        </p:nvGraphicFramePr>
        <p:xfrm>
          <a:off x="1754189" y="5029200"/>
          <a:ext cx="8759825" cy="1441450"/>
        </p:xfrm>
        <a:graphic>
          <a:graphicData uri="http://schemas.openxmlformats.org/presentationml/2006/ole">
            <mc:AlternateContent xmlns:mc="http://schemas.openxmlformats.org/markup-compatibility/2006">
              <mc:Choice xmlns:v="urn:schemas-microsoft-com:vml" Requires="v">
                <p:oleObj name="Picture" r:id="rId2" imgW="5277612" imgH="870204" progId="Word.Picture.8">
                  <p:embed/>
                </p:oleObj>
              </mc:Choice>
              <mc:Fallback>
                <p:oleObj name="Picture" r:id="rId2" imgW="5277612" imgH="870204" progId="Word.Picture.8">
                  <p:embed/>
                  <p:pic>
                    <p:nvPicPr>
                      <p:cNvPr id="41992" name="Object 12">
                        <a:extLst>
                          <a:ext uri="{FF2B5EF4-FFF2-40B4-BE49-F238E27FC236}">
                            <a16:creationId xmlns:a16="http://schemas.microsoft.com/office/drawing/2014/main" id="{A0C97E91-41B5-07EA-0DC7-1A5800F7BF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189" y="5029200"/>
                        <a:ext cx="875982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3" name="Rectangle 15">
            <a:extLst>
              <a:ext uri="{FF2B5EF4-FFF2-40B4-BE49-F238E27FC236}">
                <a16:creationId xmlns:a16="http://schemas.microsoft.com/office/drawing/2014/main" id="{0E8CE84A-86FF-421C-C417-6842A04908E8}"/>
              </a:ext>
            </a:extLst>
          </p:cNvPr>
          <p:cNvSpPr>
            <a:spLocks noChangeArrowheads="1"/>
          </p:cNvSpPr>
          <p:nvPr/>
        </p:nvSpPr>
        <p:spPr bwMode="auto">
          <a:xfrm>
            <a:off x="3500438" y="3133726"/>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1994" name="Object 14">
            <a:extLst>
              <a:ext uri="{FF2B5EF4-FFF2-40B4-BE49-F238E27FC236}">
                <a16:creationId xmlns:a16="http://schemas.microsoft.com/office/drawing/2014/main" id="{C9DEDF86-04E7-DDEE-12B7-44DCD530F0E1}"/>
              </a:ext>
            </a:extLst>
          </p:cNvPr>
          <p:cNvGraphicFramePr>
            <a:graphicFrameLocks noChangeAspect="1"/>
          </p:cNvGraphicFramePr>
          <p:nvPr/>
        </p:nvGraphicFramePr>
        <p:xfrm>
          <a:off x="1676400" y="2590800"/>
          <a:ext cx="8991600" cy="1022350"/>
        </p:xfrm>
        <a:graphic>
          <a:graphicData uri="http://schemas.openxmlformats.org/presentationml/2006/ole">
            <mc:AlternateContent xmlns:mc="http://schemas.openxmlformats.org/markup-compatibility/2006">
              <mc:Choice xmlns:v="urn:schemas-microsoft-com:vml" Requires="v">
                <p:oleObj name="Picture" r:id="rId4" imgW="5375148" imgH="612648" progId="Word.Picture.8">
                  <p:embed/>
                </p:oleObj>
              </mc:Choice>
              <mc:Fallback>
                <p:oleObj name="Picture" r:id="rId4" imgW="5375148" imgH="612648" progId="Word.Picture.8">
                  <p:embed/>
                  <p:pic>
                    <p:nvPicPr>
                      <p:cNvPr id="41994" name="Object 14">
                        <a:extLst>
                          <a:ext uri="{FF2B5EF4-FFF2-40B4-BE49-F238E27FC236}">
                            <a16:creationId xmlns:a16="http://schemas.microsoft.com/office/drawing/2014/main" id="{C9DEDF86-04E7-DDEE-12B7-44DCD530F0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2590800"/>
                        <a:ext cx="89916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a:extLst>
              <a:ext uri="{FF2B5EF4-FFF2-40B4-BE49-F238E27FC236}">
                <a16:creationId xmlns:a16="http://schemas.microsoft.com/office/drawing/2014/main" id="{9E1B334C-5C7D-495C-DA0A-8D245492CED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47AE876-9082-4FC9-BDC1-9FB8F101D4E9}" type="slidenum">
              <a:rPr lang="en-US" altLang="en-US" sz="1400"/>
              <a:pPr>
                <a:spcBef>
                  <a:spcPct val="0"/>
                </a:spcBef>
                <a:buClrTx/>
                <a:buSzTx/>
                <a:buFontTx/>
                <a:buNone/>
              </a:pPr>
              <a:t>13</a:t>
            </a:fld>
            <a:endParaRPr lang="en-US" altLang="en-US" sz="1400"/>
          </a:p>
        </p:txBody>
      </p:sp>
      <p:sp>
        <p:nvSpPr>
          <p:cNvPr id="43011" name="Rectangle 2">
            <a:extLst>
              <a:ext uri="{FF2B5EF4-FFF2-40B4-BE49-F238E27FC236}">
                <a16:creationId xmlns:a16="http://schemas.microsoft.com/office/drawing/2014/main" id="{8B86BD13-C8A1-00D0-98BA-7CB970C42ECA}"/>
              </a:ext>
            </a:extLst>
          </p:cNvPr>
          <p:cNvSpPr>
            <a:spLocks noGrp="1" noChangeArrowheads="1"/>
          </p:cNvSpPr>
          <p:nvPr>
            <p:ph type="title"/>
          </p:nvPr>
        </p:nvSpPr>
        <p:spPr>
          <a:xfrm>
            <a:off x="2209800" y="0"/>
            <a:ext cx="7772400" cy="1219200"/>
          </a:xfrm>
        </p:spPr>
        <p:txBody>
          <a:bodyPr/>
          <a:lstStyle/>
          <a:p>
            <a:r>
              <a:rPr lang="en-US" altLang="en-US"/>
              <a:t>Recommendations</a:t>
            </a:r>
          </a:p>
        </p:txBody>
      </p:sp>
      <p:sp>
        <p:nvSpPr>
          <p:cNvPr id="43012" name="Text Box 3">
            <a:extLst>
              <a:ext uri="{FF2B5EF4-FFF2-40B4-BE49-F238E27FC236}">
                <a16:creationId xmlns:a16="http://schemas.microsoft.com/office/drawing/2014/main" id="{0129C93F-9772-92DA-7672-B88D2D3C6624}"/>
              </a:ext>
            </a:extLst>
          </p:cNvPr>
          <p:cNvSpPr txBox="1">
            <a:spLocks noChangeArrowheads="1"/>
          </p:cNvSpPr>
          <p:nvPr/>
        </p:nvSpPr>
        <p:spPr bwMode="auto">
          <a:xfrm>
            <a:off x="1828800" y="1143001"/>
            <a:ext cx="84582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a:cs typeface="Times New Roman" panose="02020603050405020304" pitchFamily="18" charset="0"/>
              </a:rPr>
              <a:t>Use the one that is most intuitive and comfortable for you. In general, a for loop may be used if the number of repetitions is known, as, for example, when you need to print a message 100 times. A while loop may be used if the number of repetitions is not known, as in the case of reading the numbers until the input is 0. A do-while loop can be used to replace a while loop if the loop body has to be executed before testing the continuation condition.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3B76A-38D1-99D1-CC1B-011BE716D758}"/>
            </a:ext>
          </a:extLst>
        </p:cNvPr>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FE469117-2B17-E102-8CE3-18F9058D970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EB6DC2-9BE2-47D1-A932-96BCA13FAFA3}" type="slidenum">
              <a:rPr lang="en-US" altLang="en-US" sz="1400"/>
              <a:pPr>
                <a:spcBef>
                  <a:spcPct val="0"/>
                </a:spcBef>
                <a:buClrTx/>
                <a:buSzTx/>
                <a:buFontTx/>
                <a:buNone/>
              </a:pPr>
              <a:t>14</a:t>
            </a:fld>
            <a:endParaRPr lang="en-US" altLang="en-US" sz="1400"/>
          </a:p>
        </p:txBody>
      </p:sp>
      <p:sp>
        <p:nvSpPr>
          <p:cNvPr id="7171" name="Rectangle 2">
            <a:extLst>
              <a:ext uri="{FF2B5EF4-FFF2-40B4-BE49-F238E27FC236}">
                <a16:creationId xmlns:a16="http://schemas.microsoft.com/office/drawing/2014/main" id="{EE04F842-C051-0128-9081-B82E2620FD31}"/>
              </a:ext>
            </a:extLst>
          </p:cNvPr>
          <p:cNvSpPr>
            <a:spLocks noGrp="1" noChangeArrowheads="1"/>
          </p:cNvSpPr>
          <p:nvPr>
            <p:ph type="title"/>
          </p:nvPr>
        </p:nvSpPr>
        <p:spPr>
          <a:xfrm>
            <a:off x="2063750" y="228601"/>
            <a:ext cx="8142288" cy="665163"/>
          </a:xfrm>
        </p:spPr>
        <p:txBody>
          <a:bodyPr/>
          <a:lstStyle/>
          <a:p>
            <a:r>
              <a:rPr lang="en-US" altLang="en-US" sz="4000" dirty="0"/>
              <a:t>Nested Loops</a:t>
            </a:r>
          </a:p>
        </p:txBody>
      </p:sp>
      <p:sp>
        <p:nvSpPr>
          <p:cNvPr id="7172" name="Rectangle 3">
            <a:extLst>
              <a:ext uri="{FF2B5EF4-FFF2-40B4-BE49-F238E27FC236}">
                <a16:creationId xmlns:a16="http://schemas.microsoft.com/office/drawing/2014/main" id="{33502DA2-C67D-6138-A81D-EA7351727F33}"/>
              </a:ext>
            </a:extLst>
          </p:cNvPr>
          <p:cNvSpPr>
            <a:spLocks noChangeArrowheads="1"/>
          </p:cNvSpPr>
          <p:nvPr/>
        </p:nvSpPr>
        <p:spPr bwMode="auto">
          <a:xfrm>
            <a:off x="1524001" y="21393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60724575-0321-E8DC-E942-B375E30D4A01}"/>
              </a:ext>
            </a:extLst>
          </p:cNvPr>
          <p:cNvSpPr>
            <a:spLocks noChangeArrowheads="1"/>
          </p:cNvSpPr>
          <p:nvPr/>
        </p:nvSpPr>
        <p:spPr bwMode="auto">
          <a:xfrm>
            <a:off x="1524001" y="42570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313E57CD-2BA3-6EF5-AE72-D02B8D8E42A8}"/>
              </a:ext>
            </a:extLst>
          </p:cNvPr>
          <p:cNvSpPr>
            <a:spLocks noChangeArrowheads="1"/>
          </p:cNvSpPr>
          <p:nvPr/>
        </p:nvSpPr>
        <p:spPr bwMode="auto">
          <a:xfrm>
            <a:off x="1524001" y="19519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 name="TextBox 3">
            <a:extLst>
              <a:ext uri="{FF2B5EF4-FFF2-40B4-BE49-F238E27FC236}">
                <a16:creationId xmlns:a16="http://schemas.microsoft.com/office/drawing/2014/main" id="{953CCE90-AB10-2355-74CA-2C9BC637291A}"/>
              </a:ext>
            </a:extLst>
          </p:cNvPr>
          <p:cNvSpPr txBox="1"/>
          <p:nvPr/>
        </p:nvSpPr>
        <p:spPr>
          <a:xfrm>
            <a:off x="2924589" y="893764"/>
            <a:ext cx="6097656" cy="1200329"/>
          </a:xfrm>
          <a:prstGeom prst="rect">
            <a:avLst/>
          </a:prstGeom>
          <a:noFill/>
        </p:spPr>
        <p:txBody>
          <a:bodyPr wrap="square">
            <a:spAutoFit/>
          </a:bodyPr>
          <a:lstStyle/>
          <a:p>
            <a:r>
              <a:rPr lang="en-US" b="1" dirty="0">
                <a:solidFill>
                  <a:srgbClr val="FFFF00"/>
                </a:solidFill>
              </a:rPr>
              <a:t>Nested loops </a:t>
            </a:r>
            <a:r>
              <a:rPr lang="en-US" dirty="0"/>
              <a:t>consist of an outer loop and one or more inner loops. Each time the outer loop is repeated, the inner loops are reentered, and started anew.</a:t>
            </a:r>
          </a:p>
        </p:txBody>
      </p:sp>
      <p:sp>
        <p:nvSpPr>
          <p:cNvPr id="5" name="Flowchart: Decision 4">
            <a:extLst>
              <a:ext uri="{FF2B5EF4-FFF2-40B4-BE49-F238E27FC236}">
                <a16:creationId xmlns:a16="http://schemas.microsoft.com/office/drawing/2014/main" id="{D65C9107-4F60-F08F-CE40-DAC0422B3BC2}"/>
              </a:ext>
            </a:extLst>
          </p:cNvPr>
          <p:cNvSpPr/>
          <p:nvPr/>
        </p:nvSpPr>
        <p:spPr>
          <a:xfrm>
            <a:off x="5289798" y="2920546"/>
            <a:ext cx="1401418" cy="133648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Decision 6">
            <a:extLst>
              <a:ext uri="{FF2B5EF4-FFF2-40B4-BE49-F238E27FC236}">
                <a16:creationId xmlns:a16="http://schemas.microsoft.com/office/drawing/2014/main" id="{158F88C4-559E-2AE7-782B-025294415E06}"/>
              </a:ext>
            </a:extLst>
          </p:cNvPr>
          <p:cNvSpPr/>
          <p:nvPr/>
        </p:nvSpPr>
        <p:spPr>
          <a:xfrm>
            <a:off x="6970643" y="4050454"/>
            <a:ext cx="1401418" cy="133648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93BDAF1-CEFD-FF1B-81BB-819D391B9EC8}"/>
              </a:ext>
            </a:extLst>
          </p:cNvPr>
          <p:cNvCxnSpPr>
            <a:endCxn id="5" idx="0"/>
          </p:cNvCxnSpPr>
          <p:nvPr/>
        </p:nvCxnSpPr>
        <p:spPr>
          <a:xfrm>
            <a:off x="5973417" y="2182814"/>
            <a:ext cx="17090" cy="7377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75E08669-CB18-076D-EE1C-6C243241260D}"/>
              </a:ext>
            </a:extLst>
          </p:cNvPr>
          <p:cNvCxnSpPr>
            <a:stCxn id="5" idx="3"/>
            <a:endCxn id="7" idx="0"/>
          </p:cNvCxnSpPr>
          <p:nvPr/>
        </p:nvCxnSpPr>
        <p:spPr>
          <a:xfrm>
            <a:off x="6691216" y="3588789"/>
            <a:ext cx="980136" cy="4616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A309B4E0-54E9-C280-21D8-2B90C8688B36}"/>
              </a:ext>
            </a:extLst>
          </p:cNvPr>
          <p:cNvCxnSpPr/>
          <p:nvPr/>
        </p:nvCxnSpPr>
        <p:spPr>
          <a:xfrm>
            <a:off x="8372061" y="4718697"/>
            <a:ext cx="980136" cy="4616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B631F0D-C33D-1FBA-942E-BBAA755D591E}"/>
              </a:ext>
            </a:extLst>
          </p:cNvPr>
          <p:cNvSpPr/>
          <p:nvPr/>
        </p:nvSpPr>
        <p:spPr>
          <a:xfrm>
            <a:off x="8639216" y="5180362"/>
            <a:ext cx="1401418" cy="668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C328EF6E-73E3-C51A-C67F-E6CC23B2DC46}"/>
              </a:ext>
            </a:extLst>
          </p:cNvPr>
          <p:cNvCxnSpPr>
            <a:cxnSpLocks/>
          </p:cNvCxnSpPr>
          <p:nvPr/>
        </p:nvCxnSpPr>
        <p:spPr>
          <a:xfrm>
            <a:off x="5973417" y="4257032"/>
            <a:ext cx="17090" cy="20244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Terminator 17">
            <a:extLst>
              <a:ext uri="{FF2B5EF4-FFF2-40B4-BE49-F238E27FC236}">
                <a16:creationId xmlns:a16="http://schemas.microsoft.com/office/drawing/2014/main" id="{E3A43922-B090-6C28-1D22-BA185017AD22}"/>
              </a:ext>
            </a:extLst>
          </p:cNvPr>
          <p:cNvSpPr/>
          <p:nvPr/>
        </p:nvSpPr>
        <p:spPr>
          <a:xfrm>
            <a:off x="5246162" y="6281530"/>
            <a:ext cx="1488689" cy="461665"/>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Elbow 19">
            <a:extLst>
              <a:ext uri="{FF2B5EF4-FFF2-40B4-BE49-F238E27FC236}">
                <a16:creationId xmlns:a16="http://schemas.microsoft.com/office/drawing/2014/main" id="{8E16323A-AC72-0FC3-434F-7BE47158787B}"/>
              </a:ext>
            </a:extLst>
          </p:cNvPr>
          <p:cNvCxnSpPr>
            <a:stCxn id="15" idx="2"/>
          </p:cNvCxnSpPr>
          <p:nvPr/>
        </p:nvCxnSpPr>
        <p:spPr>
          <a:xfrm rot="5400000">
            <a:off x="7548842" y="4281726"/>
            <a:ext cx="224204" cy="335796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0DBF565-883F-82B6-4822-7AAA61E6A22F}"/>
              </a:ext>
            </a:extLst>
          </p:cNvPr>
          <p:cNvCxnSpPr>
            <a:stCxn id="7" idx="1"/>
          </p:cNvCxnSpPr>
          <p:nvPr/>
        </p:nvCxnSpPr>
        <p:spPr>
          <a:xfrm flipH="1">
            <a:off x="5973417" y="4718697"/>
            <a:ext cx="997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1C3C586B-87C4-1EE1-3373-A19AB26376AB}"/>
              </a:ext>
            </a:extLst>
          </p:cNvPr>
          <p:cNvCxnSpPr>
            <a:stCxn id="5" idx="1"/>
          </p:cNvCxnSpPr>
          <p:nvPr/>
        </p:nvCxnSpPr>
        <p:spPr>
          <a:xfrm rot="10800000" flipH="1" flipV="1">
            <a:off x="5289797" y="3588788"/>
            <a:ext cx="683619" cy="2484021"/>
          </a:xfrm>
          <a:prstGeom prst="bentConnector4">
            <a:avLst>
              <a:gd name="adj1" fmla="val -104681"/>
              <a:gd name="adj2" fmla="val 10026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C8A3A2A-3E9C-C9BE-F3C0-12C19D02516F}"/>
              </a:ext>
            </a:extLst>
          </p:cNvPr>
          <p:cNvSpPr txBox="1"/>
          <p:nvPr/>
        </p:nvSpPr>
        <p:spPr>
          <a:xfrm>
            <a:off x="6886701" y="3353623"/>
            <a:ext cx="463588" cy="261610"/>
          </a:xfrm>
          <a:prstGeom prst="rect">
            <a:avLst/>
          </a:prstGeom>
          <a:noFill/>
        </p:spPr>
        <p:txBody>
          <a:bodyPr wrap="none" rtlCol="0">
            <a:spAutoFit/>
          </a:bodyPr>
          <a:lstStyle/>
          <a:p>
            <a:r>
              <a:rPr lang="en-US" sz="1100" b="1" dirty="0"/>
              <a:t>True</a:t>
            </a:r>
          </a:p>
        </p:txBody>
      </p:sp>
      <p:sp>
        <p:nvSpPr>
          <p:cNvPr id="29" name="TextBox 28">
            <a:extLst>
              <a:ext uri="{FF2B5EF4-FFF2-40B4-BE49-F238E27FC236}">
                <a16:creationId xmlns:a16="http://schemas.microsoft.com/office/drawing/2014/main" id="{91176178-3C5D-BE74-E76D-69C313102597}"/>
              </a:ext>
            </a:extLst>
          </p:cNvPr>
          <p:cNvSpPr txBox="1"/>
          <p:nvPr/>
        </p:nvSpPr>
        <p:spPr>
          <a:xfrm>
            <a:off x="8434667" y="4453826"/>
            <a:ext cx="461986" cy="261610"/>
          </a:xfrm>
          <a:prstGeom prst="rect">
            <a:avLst/>
          </a:prstGeom>
          <a:noFill/>
        </p:spPr>
        <p:txBody>
          <a:bodyPr wrap="none" rtlCol="0">
            <a:spAutoFit/>
          </a:bodyPr>
          <a:lstStyle/>
          <a:p>
            <a:r>
              <a:rPr lang="en-US" sz="1100" b="1" dirty="0"/>
              <a:t>True</a:t>
            </a:r>
          </a:p>
        </p:txBody>
      </p:sp>
      <p:sp>
        <p:nvSpPr>
          <p:cNvPr id="30" name="TextBox 29">
            <a:extLst>
              <a:ext uri="{FF2B5EF4-FFF2-40B4-BE49-F238E27FC236}">
                <a16:creationId xmlns:a16="http://schemas.microsoft.com/office/drawing/2014/main" id="{A0B4C4FB-1B83-6ED5-43EB-952FFF41B183}"/>
              </a:ext>
            </a:extLst>
          </p:cNvPr>
          <p:cNvSpPr txBox="1"/>
          <p:nvPr/>
        </p:nvSpPr>
        <p:spPr>
          <a:xfrm>
            <a:off x="4765732" y="3353623"/>
            <a:ext cx="530915" cy="261610"/>
          </a:xfrm>
          <a:prstGeom prst="rect">
            <a:avLst/>
          </a:prstGeom>
          <a:noFill/>
        </p:spPr>
        <p:txBody>
          <a:bodyPr wrap="none" rtlCol="0">
            <a:spAutoFit/>
          </a:bodyPr>
          <a:lstStyle/>
          <a:p>
            <a:r>
              <a:rPr lang="en-US" sz="1100" b="1" dirty="0"/>
              <a:t>False</a:t>
            </a:r>
          </a:p>
        </p:txBody>
      </p:sp>
      <p:sp>
        <p:nvSpPr>
          <p:cNvPr id="31" name="TextBox 30">
            <a:extLst>
              <a:ext uri="{FF2B5EF4-FFF2-40B4-BE49-F238E27FC236}">
                <a16:creationId xmlns:a16="http://schemas.microsoft.com/office/drawing/2014/main" id="{1D5C547D-BB64-28E7-8E4B-8368233804B3}"/>
              </a:ext>
            </a:extLst>
          </p:cNvPr>
          <p:cNvSpPr txBox="1"/>
          <p:nvPr/>
        </p:nvSpPr>
        <p:spPr>
          <a:xfrm>
            <a:off x="6446051" y="4471387"/>
            <a:ext cx="530915" cy="261610"/>
          </a:xfrm>
          <a:prstGeom prst="rect">
            <a:avLst/>
          </a:prstGeom>
          <a:noFill/>
        </p:spPr>
        <p:txBody>
          <a:bodyPr wrap="none" rtlCol="0">
            <a:spAutoFit/>
          </a:bodyPr>
          <a:lstStyle/>
          <a:p>
            <a:r>
              <a:rPr lang="en-US" sz="1100" b="1" dirty="0"/>
              <a:t>False</a:t>
            </a:r>
          </a:p>
        </p:txBody>
      </p:sp>
    </p:spTree>
    <p:extLst>
      <p:ext uri="{BB962C8B-B14F-4D97-AF65-F5344CB8AC3E}">
        <p14:creationId xmlns:p14="http://schemas.microsoft.com/office/powerpoint/2010/main" val="242553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a:extLst>
              <a:ext uri="{FF2B5EF4-FFF2-40B4-BE49-F238E27FC236}">
                <a16:creationId xmlns:a16="http://schemas.microsoft.com/office/drawing/2014/main" id="{45FFA8BB-DEAC-698D-AB81-0722D50CA5A4}"/>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C8AD67-014F-4251-B9BB-FD652B188591}" type="slidenum">
              <a:rPr lang="en-US" altLang="en-US" sz="1400"/>
              <a:pPr>
                <a:spcBef>
                  <a:spcPct val="0"/>
                </a:spcBef>
                <a:buClrTx/>
                <a:buSzTx/>
                <a:buFontTx/>
                <a:buNone/>
              </a:pPr>
              <a:t>15</a:t>
            </a:fld>
            <a:endParaRPr lang="en-US" altLang="en-US" sz="1400"/>
          </a:p>
        </p:txBody>
      </p:sp>
      <p:sp>
        <p:nvSpPr>
          <p:cNvPr id="45059" name="Rectangle 2">
            <a:extLst>
              <a:ext uri="{FF2B5EF4-FFF2-40B4-BE49-F238E27FC236}">
                <a16:creationId xmlns:a16="http://schemas.microsoft.com/office/drawing/2014/main" id="{457FB8E0-7075-69E0-E774-33400CC98779}"/>
              </a:ext>
            </a:extLst>
          </p:cNvPr>
          <p:cNvSpPr>
            <a:spLocks noGrp="1" noChangeArrowheads="1"/>
          </p:cNvSpPr>
          <p:nvPr>
            <p:ph type="title"/>
          </p:nvPr>
        </p:nvSpPr>
        <p:spPr>
          <a:xfrm>
            <a:off x="2209800" y="228600"/>
            <a:ext cx="7772400" cy="533400"/>
          </a:xfrm>
        </p:spPr>
        <p:txBody>
          <a:bodyPr/>
          <a:lstStyle/>
          <a:p>
            <a:r>
              <a:rPr lang="en-US" altLang="en-US"/>
              <a:t>Minimizing Numerical Errors </a:t>
            </a:r>
          </a:p>
        </p:txBody>
      </p:sp>
      <p:sp>
        <p:nvSpPr>
          <p:cNvPr id="45060" name="Rectangle 3">
            <a:extLst>
              <a:ext uri="{FF2B5EF4-FFF2-40B4-BE49-F238E27FC236}">
                <a16:creationId xmlns:a16="http://schemas.microsoft.com/office/drawing/2014/main" id="{939E4602-9AAD-FD83-20B5-16F8B0C5AAC0}"/>
              </a:ext>
            </a:extLst>
          </p:cNvPr>
          <p:cNvSpPr>
            <a:spLocks noGrp="1" noChangeArrowheads="1"/>
          </p:cNvSpPr>
          <p:nvPr>
            <p:ph type="body" idx="1"/>
          </p:nvPr>
        </p:nvSpPr>
        <p:spPr>
          <a:xfrm>
            <a:off x="1717675" y="1085851"/>
            <a:ext cx="8756650" cy="4456113"/>
          </a:xfrm>
        </p:spPr>
        <p:txBody>
          <a:bodyPr>
            <a:normAutofit lnSpcReduction="10000"/>
          </a:bodyPr>
          <a:lstStyle/>
          <a:p>
            <a:pPr marL="0" indent="0">
              <a:lnSpc>
                <a:spcPct val="80000"/>
              </a:lnSpc>
              <a:buNone/>
            </a:pPr>
            <a:r>
              <a:rPr lang="en-US" altLang="en-US" sz="3600"/>
              <a:t>Numeric errors involving floating-point numbers are inevitable. This section discusses how to minimize such errors through an example. </a:t>
            </a:r>
          </a:p>
          <a:p>
            <a:pPr marL="0" indent="0">
              <a:lnSpc>
                <a:spcPct val="80000"/>
              </a:lnSpc>
              <a:buNone/>
            </a:pPr>
            <a:endParaRPr lang="en-US" altLang="en-US" sz="3600"/>
          </a:p>
          <a:p>
            <a:pPr marL="0" indent="0">
              <a:lnSpc>
                <a:spcPct val="80000"/>
              </a:lnSpc>
              <a:buNone/>
            </a:pPr>
            <a:r>
              <a:rPr lang="en-US" altLang="en-US" sz="3600"/>
              <a:t>Here is an example that sums a series that starts with 0.01 and ends with 1.0. The numbers in the series will increment by 0.01, as follows: 0.01 + 0.02 + 0.03 and so on.</a:t>
            </a:r>
            <a:r>
              <a:rPr lang="en-US" altLang="en-US" sz="2800"/>
              <a:t> </a:t>
            </a:r>
          </a:p>
        </p:txBody>
      </p:sp>
      <p:sp>
        <p:nvSpPr>
          <p:cNvPr id="45061" name="Rectangle 7">
            <a:hlinkClick r:id="rId2"/>
            <a:extLst>
              <a:ext uri="{FF2B5EF4-FFF2-40B4-BE49-F238E27FC236}">
                <a16:creationId xmlns:a16="http://schemas.microsoft.com/office/drawing/2014/main" id="{4F8D191D-D4EE-FFEC-CCCE-334A9949027D}"/>
              </a:ext>
            </a:extLst>
          </p:cNvPr>
          <p:cNvSpPr>
            <a:spLocks noChangeArrowheads="1"/>
          </p:cNvSpPr>
          <p:nvPr/>
        </p:nvSpPr>
        <p:spPr bwMode="auto">
          <a:xfrm>
            <a:off x="7378700" y="5694363"/>
            <a:ext cx="11763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TestSum</a:t>
            </a:r>
            <a:endParaRPr lang="en-US"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D95C-BCFA-3D6E-A799-E2B9F31B1D16}"/>
              </a:ext>
            </a:extLst>
          </p:cNvPr>
          <p:cNvSpPr>
            <a:spLocks noGrp="1"/>
          </p:cNvSpPr>
          <p:nvPr>
            <p:ph type="title"/>
          </p:nvPr>
        </p:nvSpPr>
        <p:spPr/>
        <p:txBody>
          <a:bodyPr/>
          <a:lstStyle/>
          <a:p>
            <a:r>
              <a:rPr lang="en-US" dirty="0"/>
              <a:t>Keywords </a:t>
            </a:r>
            <a:r>
              <a:rPr lang="en-US" i="1" dirty="0">
                <a:solidFill>
                  <a:srgbClr val="FFFF00"/>
                </a:solidFill>
              </a:rPr>
              <a:t>break</a:t>
            </a:r>
            <a:r>
              <a:rPr lang="en-US" dirty="0"/>
              <a:t> and </a:t>
            </a:r>
            <a:r>
              <a:rPr lang="en-US" i="1" dirty="0">
                <a:solidFill>
                  <a:srgbClr val="FFFF00"/>
                </a:solidFill>
              </a:rPr>
              <a:t>continue</a:t>
            </a:r>
            <a:br>
              <a:rPr lang="en-US" i="1" dirty="0">
                <a:solidFill>
                  <a:srgbClr val="FFFF00"/>
                </a:solidFill>
              </a:rPr>
            </a:br>
            <a:r>
              <a:rPr lang="en-US" i="1" dirty="0">
                <a:solidFill>
                  <a:schemeClr val="tx1"/>
                </a:solidFill>
              </a:rPr>
              <a:t>additional controls in a loop.</a:t>
            </a:r>
          </a:p>
        </p:txBody>
      </p:sp>
      <p:sp>
        <p:nvSpPr>
          <p:cNvPr id="3" name="Content Placeholder 2">
            <a:extLst>
              <a:ext uri="{FF2B5EF4-FFF2-40B4-BE49-F238E27FC236}">
                <a16:creationId xmlns:a16="http://schemas.microsoft.com/office/drawing/2014/main" id="{3A268032-6DB5-35B6-461D-3887B6769EBB}"/>
              </a:ext>
            </a:extLst>
          </p:cNvPr>
          <p:cNvSpPr>
            <a:spLocks noGrp="1"/>
          </p:cNvSpPr>
          <p:nvPr>
            <p:ph idx="1"/>
          </p:nvPr>
        </p:nvSpPr>
        <p:spPr>
          <a:xfrm>
            <a:off x="1103312" y="2052919"/>
            <a:ext cx="8946541" cy="1654378"/>
          </a:xfrm>
        </p:spPr>
        <p:txBody>
          <a:bodyPr/>
          <a:lstStyle/>
          <a:p>
            <a:r>
              <a:rPr lang="en-US" dirty="0"/>
              <a:t> use </a:t>
            </a:r>
            <a:r>
              <a:rPr lang="en-US" b="1" dirty="0">
                <a:solidFill>
                  <a:srgbClr val="FFFF00"/>
                </a:solidFill>
              </a:rPr>
              <a:t>break</a:t>
            </a:r>
            <a:r>
              <a:rPr lang="en-US" dirty="0"/>
              <a:t>  in a loop to immediately terminate the loop.</a:t>
            </a:r>
          </a:p>
          <a:p>
            <a:r>
              <a:rPr lang="en-US" b="1" dirty="0">
                <a:solidFill>
                  <a:srgbClr val="FFFF00"/>
                </a:solidFill>
              </a:rPr>
              <a:t>continue</a:t>
            </a:r>
            <a:r>
              <a:rPr lang="en-US" dirty="0"/>
              <a:t> ends the current iteration and program control goes to the end of the loop body.</a:t>
            </a:r>
          </a:p>
        </p:txBody>
      </p:sp>
    </p:spTree>
    <p:extLst>
      <p:ext uri="{BB962C8B-B14F-4D97-AF65-F5344CB8AC3E}">
        <p14:creationId xmlns:p14="http://schemas.microsoft.com/office/powerpoint/2010/main" val="3067426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a:extLst>
              <a:ext uri="{FF2B5EF4-FFF2-40B4-BE49-F238E27FC236}">
                <a16:creationId xmlns:a16="http://schemas.microsoft.com/office/drawing/2014/main" id="{9E73437E-5462-0276-D94F-0023D0EF7C9B}"/>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315B9EF-80C3-4E43-8A24-D2E749D1F567}" type="slidenum">
              <a:rPr lang="en-US" altLang="en-US" sz="1400"/>
              <a:pPr>
                <a:spcBef>
                  <a:spcPct val="0"/>
                </a:spcBef>
                <a:buClrTx/>
                <a:buSzTx/>
                <a:buFontTx/>
                <a:buNone/>
              </a:pPr>
              <a:t>17</a:t>
            </a:fld>
            <a:endParaRPr lang="en-US" altLang="en-US" sz="1400"/>
          </a:p>
        </p:txBody>
      </p:sp>
      <p:sp>
        <p:nvSpPr>
          <p:cNvPr id="54275" name="Rectangle 2">
            <a:extLst>
              <a:ext uri="{FF2B5EF4-FFF2-40B4-BE49-F238E27FC236}">
                <a16:creationId xmlns:a16="http://schemas.microsoft.com/office/drawing/2014/main" id="{EB04D8C5-9EEA-4C65-9FEF-13335AE8BED1}"/>
              </a:ext>
            </a:extLst>
          </p:cNvPr>
          <p:cNvSpPr>
            <a:spLocks noGrp="1" noChangeArrowheads="1"/>
          </p:cNvSpPr>
          <p:nvPr>
            <p:ph type="title"/>
          </p:nvPr>
        </p:nvSpPr>
        <p:spPr>
          <a:xfrm>
            <a:off x="1524000" y="241300"/>
            <a:ext cx="9144000" cy="628650"/>
          </a:xfrm>
        </p:spPr>
        <p:txBody>
          <a:bodyPr/>
          <a:lstStyle/>
          <a:p>
            <a:r>
              <a:rPr lang="en-US" altLang="en-US" sz="3600"/>
              <a:t>Guessing Number Problem Revisited</a:t>
            </a:r>
            <a:r>
              <a:rPr lang="en-US" altLang="en-US" sz="4000"/>
              <a:t> </a:t>
            </a:r>
          </a:p>
        </p:txBody>
      </p:sp>
      <p:sp>
        <p:nvSpPr>
          <p:cNvPr id="54276" name="Rectangle 3">
            <a:extLst>
              <a:ext uri="{FF2B5EF4-FFF2-40B4-BE49-F238E27FC236}">
                <a16:creationId xmlns:a16="http://schemas.microsoft.com/office/drawing/2014/main" id="{D39EB30B-9623-2822-D01F-61746B94F79E}"/>
              </a:ext>
            </a:extLst>
          </p:cNvPr>
          <p:cNvSpPr>
            <a:spLocks noGrp="1" noChangeArrowheads="1"/>
          </p:cNvSpPr>
          <p:nvPr>
            <p:ph type="body" idx="1"/>
          </p:nvPr>
        </p:nvSpPr>
        <p:spPr>
          <a:xfrm>
            <a:off x="1833563" y="1547814"/>
            <a:ext cx="8534400" cy="3648075"/>
          </a:xfrm>
        </p:spPr>
        <p:txBody>
          <a:bodyPr/>
          <a:lstStyle/>
          <a:p>
            <a:pPr marL="0" indent="0">
              <a:spcBef>
                <a:spcPct val="100000"/>
              </a:spcBef>
              <a:buNone/>
            </a:pPr>
            <a:r>
              <a:rPr lang="en-US" altLang="en-US"/>
              <a:t>Here is a program for guessing a number. You can rewrite it using a </a:t>
            </a:r>
            <a:r>
              <a:rPr lang="en-US" altLang="en-US" u="sng"/>
              <a:t>break</a:t>
            </a:r>
            <a:r>
              <a:rPr lang="en-US" altLang="en-US"/>
              <a:t> statement.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EF6819CB-747B-4B28-ACEC-F1B7393AE74A}"/>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6D74D6D-D918-40E4-9ED3-A2BC5E9752A9}" type="slidenum">
              <a:rPr lang="en-US" altLang="en-US" sz="1400"/>
              <a:pPr>
                <a:spcBef>
                  <a:spcPct val="0"/>
                </a:spcBef>
                <a:buClrTx/>
                <a:buSzTx/>
                <a:buFontTx/>
                <a:buNone/>
              </a:pPr>
              <a:t>18</a:t>
            </a:fld>
            <a:endParaRPr lang="en-US" altLang="en-US" sz="1400"/>
          </a:p>
        </p:txBody>
      </p:sp>
      <p:sp>
        <p:nvSpPr>
          <p:cNvPr id="55299" name="Rectangle 2">
            <a:extLst>
              <a:ext uri="{FF2B5EF4-FFF2-40B4-BE49-F238E27FC236}">
                <a16:creationId xmlns:a16="http://schemas.microsoft.com/office/drawing/2014/main" id="{054E36B1-0D45-7736-D0BF-975DC8B5ADED}"/>
              </a:ext>
            </a:extLst>
          </p:cNvPr>
          <p:cNvSpPr>
            <a:spLocks noGrp="1" noChangeArrowheads="1"/>
          </p:cNvSpPr>
          <p:nvPr>
            <p:ph type="title"/>
          </p:nvPr>
        </p:nvSpPr>
        <p:spPr>
          <a:xfrm>
            <a:off x="1614488" y="87313"/>
            <a:ext cx="8915400" cy="762000"/>
          </a:xfrm>
        </p:spPr>
        <p:txBody>
          <a:bodyPr/>
          <a:lstStyle/>
          <a:p>
            <a:r>
              <a:rPr lang="en-US" altLang="en-US"/>
              <a:t>Problem: Checking Palindrome</a:t>
            </a:r>
            <a:endParaRPr lang="en-US" altLang="en-US" sz="5400"/>
          </a:p>
        </p:txBody>
      </p:sp>
      <p:sp>
        <p:nvSpPr>
          <p:cNvPr id="55300" name="Text Box 3">
            <a:extLst>
              <a:ext uri="{FF2B5EF4-FFF2-40B4-BE49-F238E27FC236}">
                <a16:creationId xmlns:a16="http://schemas.microsoft.com/office/drawing/2014/main" id="{7A113B94-19A0-27C0-575B-FE04A629772B}"/>
              </a:ext>
            </a:extLst>
          </p:cNvPr>
          <p:cNvSpPr txBox="1">
            <a:spLocks noChangeArrowheads="1"/>
          </p:cNvSpPr>
          <p:nvPr/>
        </p:nvSpPr>
        <p:spPr bwMode="auto">
          <a:xfrm>
            <a:off x="2438400" y="1524000"/>
            <a:ext cx="754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55301" name="Text Box 4">
            <a:extLst>
              <a:ext uri="{FF2B5EF4-FFF2-40B4-BE49-F238E27FC236}">
                <a16:creationId xmlns:a16="http://schemas.microsoft.com/office/drawing/2014/main" id="{39D85AA2-FDBB-1CA8-8E51-14D0005385F5}"/>
              </a:ext>
            </a:extLst>
          </p:cNvPr>
          <p:cNvSpPr txBox="1">
            <a:spLocks noChangeArrowheads="1"/>
          </p:cNvSpPr>
          <p:nvPr/>
        </p:nvSpPr>
        <p:spPr bwMode="auto">
          <a:xfrm>
            <a:off x="1755775" y="933451"/>
            <a:ext cx="8756650" cy="385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400"/>
              <a:t>A string is a palindrome if it reads the same forward and</a:t>
            </a:r>
            <a:r>
              <a:rPr lang="en-US" altLang="en-US" sz="2400" i="1"/>
              <a:t> </a:t>
            </a:r>
            <a:r>
              <a:rPr lang="en-US" altLang="en-US" sz="2400"/>
              <a:t>backward</a:t>
            </a:r>
            <a:r>
              <a:rPr lang="en-US" altLang="en-US" sz="2400" i="1"/>
              <a:t>. </a:t>
            </a:r>
            <a:r>
              <a:rPr lang="en-US" altLang="en-US" sz="2400"/>
              <a:t>The words “mom,” “dad,” and “noon,” for instance, are all palindromes.</a:t>
            </a:r>
          </a:p>
          <a:p>
            <a:pPr>
              <a:buFont typeface="Monotype Sorts" pitchFamily="2" charset="2"/>
              <a:buNone/>
            </a:pPr>
            <a:r>
              <a:rPr lang="en-US" altLang="en-US" sz="2400"/>
              <a:t>The problem is to write a program that prompts the user to enter a string and reports whether the string is a palindrome. One solution is to check whether the first character in the string is the same as the last character. If so, check whether the second character is the same as the second-to-last character. This process continues until a mismatch is found or all the characters in the string are checked, except for the middle character if the string has an odd number of characters.</a:t>
            </a:r>
          </a:p>
        </p:txBody>
      </p:sp>
      <p:sp>
        <p:nvSpPr>
          <p:cNvPr id="2" name="Rectangle 2">
            <a:extLst>
              <a:ext uri="{FF2B5EF4-FFF2-40B4-BE49-F238E27FC236}">
                <a16:creationId xmlns:a16="http://schemas.microsoft.com/office/drawing/2014/main" id="{732BC2BF-0B0D-403F-9E3E-A1CDFDDBC946}"/>
              </a:ext>
            </a:extLst>
          </p:cNvPr>
          <p:cNvSpPr>
            <a:spLocks noChangeArrowheads="1"/>
          </p:cNvSpPr>
          <p:nvPr/>
        </p:nvSpPr>
        <p:spPr bwMode="auto">
          <a:xfrm>
            <a:off x="1524001" y="43934"/>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55303" name="Object 2">
            <a:extLst>
              <a:ext uri="{FF2B5EF4-FFF2-40B4-BE49-F238E27FC236}">
                <a16:creationId xmlns:a16="http://schemas.microsoft.com/office/drawing/2014/main" id="{F6F82F74-D2E1-8724-640D-9945953C3B91}"/>
              </a:ext>
            </a:extLst>
          </p:cNvPr>
          <p:cNvGraphicFramePr>
            <a:graphicFrameLocks noChangeAspect="1"/>
          </p:cNvGraphicFramePr>
          <p:nvPr/>
        </p:nvGraphicFramePr>
        <p:xfrm>
          <a:off x="2149475" y="4806950"/>
          <a:ext cx="5130800" cy="927100"/>
        </p:xfrm>
        <a:graphic>
          <a:graphicData uri="http://schemas.openxmlformats.org/presentationml/2006/ole">
            <mc:AlternateContent xmlns:mc="http://schemas.openxmlformats.org/markup-compatibility/2006">
              <mc:Choice xmlns:v="urn:schemas-microsoft-com:vml" Requires="v">
                <p:oleObj name="Picture" r:id="rId2" imgW="4426189" imgH="799083" progId="Word.Picture.8">
                  <p:embed/>
                </p:oleObj>
              </mc:Choice>
              <mc:Fallback>
                <p:oleObj name="Picture" r:id="rId2" imgW="4426189" imgH="799083" progId="Word.Picture.8">
                  <p:embed/>
                  <p:pic>
                    <p:nvPicPr>
                      <p:cNvPr id="55303" name="Object 2">
                        <a:extLst>
                          <a:ext uri="{FF2B5EF4-FFF2-40B4-BE49-F238E27FC236}">
                            <a16:creationId xmlns:a16="http://schemas.microsoft.com/office/drawing/2014/main" id="{F6F82F74-D2E1-8724-640D-9945953C3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4806950"/>
                        <a:ext cx="51308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4" name="Rectangle 10">
            <a:hlinkClick r:id="rId4"/>
            <a:extLst>
              <a:ext uri="{FF2B5EF4-FFF2-40B4-BE49-F238E27FC236}">
                <a16:creationId xmlns:a16="http://schemas.microsoft.com/office/drawing/2014/main" id="{2E0E95DA-0F80-672B-2576-EB9BA6052513}"/>
              </a:ext>
            </a:extLst>
          </p:cNvPr>
          <p:cNvSpPr>
            <a:spLocks noChangeArrowheads="1"/>
          </p:cNvSpPr>
          <p:nvPr/>
        </p:nvSpPr>
        <p:spPr bwMode="auto">
          <a:xfrm>
            <a:off x="7362826" y="5810250"/>
            <a:ext cx="15017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Palindrome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a:extLst>
              <a:ext uri="{FF2B5EF4-FFF2-40B4-BE49-F238E27FC236}">
                <a16:creationId xmlns:a16="http://schemas.microsoft.com/office/drawing/2014/main" id="{96F4D344-730C-6D95-1A20-B3C07C10754A}"/>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16074AC-5F7B-447A-9A49-1B0A4C713B4B}" type="slidenum">
              <a:rPr lang="en-US" altLang="en-US" sz="1400"/>
              <a:pPr>
                <a:spcBef>
                  <a:spcPct val="0"/>
                </a:spcBef>
                <a:buClrTx/>
                <a:buSzTx/>
                <a:buFontTx/>
                <a:buNone/>
              </a:pPr>
              <a:t>19</a:t>
            </a:fld>
            <a:endParaRPr lang="en-US" altLang="en-US" sz="1400"/>
          </a:p>
        </p:txBody>
      </p:sp>
      <p:sp>
        <p:nvSpPr>
          <p:cNvPr id="56323" name="Rectangle 2">
            <a:extLst>
              <a:ext uri="{FF2B5EF4-FFF2-40B4-BE49-F238E27FC236}">
                <a16:creationId xmlns:a16="http://schemas.microsoft.com/office/drawing/2014/main" id="{C5F7727F-B389-CCF3-084A-F870D8D8A208}"/>
              </a:ext>
            </a:extLst>
          </p:cNvPr>
          <p:cNvSpPr>
            <a:spLocks noGrp="1" noChangeArrowheads="1"/>
          </p:cNvSpPr>
          <p:nvPr>
            <p:ph type="title"/>
          </p:nvPr>
        </p:nvSpPr>
        <p:spPr>
          <a:xfrm>
            <a:off x="1600200" y="381000"/>
            <a:ext cx="8915400" cy="762000"/>
          </a:xfrm>
        </p:spPr>
        <p:txBody>
          <a:bodyPr/>
          <a:lstStyle/>
          <a:p>
            <a:r>
              <a:rPr lang="en-US" altLang="en-US"/>
              <a:t>Problem: Displaying Prime Numbers</a:t>
            </a:r>
            <a:endParaRPr lang="en-US" altLang="en-US" sz="5400"/>
          </a:p>
        </p:txBody>
      </p:sp>
      <p:sp>
        <p:nvSpPr>
          <p:cNvPr id="56324" name="Text Box 3">
            <a:extLst>
              <a:ext uri="{FF2B5EF4-FFF2-40B4-BE49-F238E27FC236}">
                <a16:creationId xmlns:a16="http://schemas.microsoft.com/office/drawing/2014/main" id="{221FF80D-E790-16BB-F0AA-C22E059074EA}"/>
              </a:ext>
            </a:extLst>
          </p:cNvPr>
          <p:cNvSpPr txBox="1">
            <a:spLocks noChangeArrowheads="1"/>
          </p:cNvSpPr>
          <p:nvPr/>
        </p:nvSpPr>
        <p:spPr bwMode="auto">
          <a:xfrm>
            <a:off x="2438400" y="1524000"/>
            <a:ext cx="754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56325" name="Text Box 4">
            <a:extLst>
              <a:ext uri="{FF2B5EF4-FFF2-40B4-BE49-F238E27FC236}">
                <a16:creationId xmlns:a16="http://schemas.microsoft.com/office/drawing/2014/main" id="{E907E7C8-261C-D4B8-1419-BD82D8B67DBB}"/>
              </a:ext>
            </a:extLst>
          </p:cNvPr>
          <p:cNvSpPr txBox="1">
            <a:spLocks noChangeArrowheads="1"/>
          </p:cNvSpPr>
          <p:nvPr/>
        </p:nvSpPr>
        <p:spPr bwMode="auto">
          <a:xfrm>
            <a:off x="1717676" y="1508125"/>
            <a:ext cx="872172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cs typeface="Times New Roman" panose="02020603050405020304" pitchFamily="18" charset="0"/>
              </a:rPr>
              <a:t>Problem: Write a program that displays the first 50 prime numbers in five lines, each of which contains 10 numbers. An integer greater than 1 is </a:t>
            </a:r>
            <a:r>
              <a:rPr lang="en-US" altLang="en-US" sz="2400" i="1">
                <a:cs typeface="Times New Roman" panose="02020603050405020304" pitchFamily="18" charset="0"/>
              </a:rPr>
              <a:t>prime</a:t>
            </a:r>
            <a:r>
              <a:rPr lang="en-US" altLang="en-US" sz="2400">
                <a:cs typeface="Times New Roman" panose="02020603050405020304" pitchFamily="18" charset="0"/>
              </a:rPr>
              <a:t> if its only positive divisor is 1 or itself. For example, 2, 3, 5, and 7 are prime numbers, but 4, 6, 8, and 9 are not.</a:t>
            </a:r>
          </a:p>
          <a:p>
            <a:pPr>
              <a:spcBef>
                <a:spcPct val="50000"/>
              </a:spcBef>
              <a:buClrTx/>
              <a:buSzTx/>
              <a:buFontTx/>
              <a:buNone/>
            </a:pPr>
            <a:r>
              <a:rPr lang="en-US" altLang="en-US" sz="2400">
                <a:cs typeface="Times New Roman" panose="02020603050405020304" pitchFamily="18" charset="0"/>
              </a:rPr>
              <a:t>Solution: The problem can be broken into the following tasks:</a:t>
            </a:r>
          </a:p>
          <a:p>
            <a:pPr lvl="1">
              <a:spcBef>
                <a:spcPct val="0"/>
              </a:spcBef>
              <a:buClrTx/>
              <a:buFontTx/>
              <a:buChar char="•"/>
            </a:pPr>
            <a:r>
              <a:rPr lang="en-US" altLang="en-US" sz="2400">
                <a:cs typeface="Times New Roman" panose="02020603050405020304" pitchFamily="18" charset="0"/>
              </a:rPr>
              <a:t>For number = 2, 3, 4, 5, 6, ..., test whether the number is prime.</a:t>
            </a:r>
          </a:p>
          <a:p>
            <a:pPr lvl="1">
              <a:spcBef>
                <a:spcPct val="0"/>
              </a:spcBef>
              <a:buClrTx/>
              <a:buFontTx/>
              <a:buChar char="•"/>
            </a:pPr>
            <a:r>
              <a:rPr lang="en-US" altLang="en-US" sz="2400">
                <a:cs typeface="Times New Roman" panose="02020603050405020304" pitchFamily="18" charset="0"/>
              </a:rPr>
              <a:t>Determine whether a given number is prime.</a:t>
            </a:r>
          </a:p>
          <a:p>
            <a:pPr lvl="1">
              <a:spcBef>
                <a:spcPct val="0"/>
              </a:spcBef>
              <a:buClrTx/>
              <a:buFontTx/>
              <a:buChar char="•"/>
            </a:pPr>
            <a:r>
              <a:rPr lang="en-US" altLang="en-US" sz="2400">
                <a:cs typeface="Times New Roman" panose="02020603050405020304" pitchFamily="18" charset="0"/>
              </a:rPr>
              <a:t>Count the prime numbers.</a:t>
            </a:r>
          </a:p>
          <a:p>
            <a:pPr lvl="1">
              <a:spcBef>
                <a:spcPct val="0"/>
              </a:spcBef>
              <a:buClrTx/>
              <a:buFontTx/>
              <a:buChar char="•"/>
            </a:pPr>
            <a:r>
              <a:rPr lang="en-US" altLang="en-US" sz="2400">
                <a:cs typeface="Times New Roman" panose="02020603050405020304" pitchFamily="18" charset="0"/>
              </a:rPr>
              <a:t>Print each prime number, and print 10 numbers per line. </a:t>
            </a:r>
          </a:p>
        </p:txBody>
      </p:sp>
      <p:sp>
        <p:nvSpPr>
          <p:cNvPr id="56326" name="Rectangle 8">
            <a:hlinkClick r:id="rId2"/>
            <a:extLst>
              <a:ext uri="{FF2B5EF4-FFF2-40B4-BE49-F238E27FC236}">
                <a16:creationId xmlns:a16="http://schemas.microsoft.com/office/drawing/2014/main" id="{71ACB799-CC9A-B6D4-CC02-77FBC4245816}"/>
              </a:ext>
            </a:extLst>
          </p:cNvPr>
          <p:cNvSpPr>
            <a:spLocks noChangeArrowheads="1"/>
          </p:cNvSpPr>
          <p:nvPr/>
        </p:nvSpPr>
        <p:spPr bwMode="auto">
          <a:xfrm>
            <a:off x="6248400" y="5618163"/>
            <a:ext cx="2001838"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PrimeNumber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6F8F27-AC9A-F20B-BACD-7BA17E15B57A}"/>
              </a:ext>
            </a:extLst>
          </p:cNvPr>
          <p:cNvSpPr txBox="1"/>
          <p:nvPr/>
        </p:nvSpPr>
        <p:spPr>
          <a:xfrm>
            <a:off x="1938130" y="1441174"/>
            <a:ext cx="7208528" cy="3631763"/>
          </a:xfrm>
          <a:prstGeom prst="rect">
            <a:avLst/>
          </a:prstGeom>
          <a:noFill/>
        </p:spPr>
        <p:txBody>
          <a:bodyPr wrap="square">
            <a:spAutoFit/>
          </a:bodyPr>
          <a:lstStyle/>
          <a:p>
            <a:r>
              <a:rPr lang="en-US" sz="2800" dirty="0"/>
              <a:t>5.10 (Find numbers divisible by 5 and 6) Write a program that displays all the numbers from 100 to 1,000 (10 per line) that are divisible by 5 and 6. Numbers are separated by exactly one space.</a:t>
            </a:r>
          </a:p>
          <a:p>
            <a:endParaRPr lang="en-US" dirty="0"/>
          </a:p>
          <a:p>
            <a:r>
              <a:rPr lang="en-US" b="1" dirty="0"/>
              <a:t>Deliverables:</a:t>
            </a:r>
          </a:p>
          <a:p>
            <a:pPr marL="285750" indent="-285750">
              <a:buFont typeface="Arial" panose="020B0604020202020204" pitchFamily="34" charset="0"/>
              <a:buChar char="•"/>
            </a:pPr>
            <a:r>
              <a:rPr lang="en-US" dirty="0"/>
              <a:t>DivisorProgram.java</a:t>
            </a:r>
          </a:p>
          <a:p>
            <a:pPr marL="285750" indent="-285750">
              <a:buFont typeface="Arial" panose="020B0604020202020204" pitchFamily="34" charset="0"/>
              <a:buChar char="•"/>
            </a:pPr>
            <a:r>
              <a:rPr lang="en-US" dirty="0"/>
              <a:t>DivisorProgram.mp4</a:t>
            </a:r>
          </a:p>
          <a:p>
            <a:pPr marL="285750" indent="-285750">
              <a:buFont typeface="Arial" panose="020B0604020202020204" pitchFamily="34" charset="0"/>
              <a:buChar char="•"/>
            </a:pPr>
            <a:r>
              <a:rPr lang="en-US" dirty="0"/>
              <a:t>JavaNotes.docx (</a:t>
            </a:r>
            <a:r>
              <a:rPr lang="en-US" dirty="0" err="1"/>
              <a:t>Keypoints</a:t>
            </a:r>
            <a:r>
              <a:rPr lang="en-US" dirty="0"/>
              <a:t> from this chapter)</a:t>
            </a:r>
          </a:p>
        </p:txBody>
      </p:sp>
    </p:spTree>
    <p:extLst>
      <p:ext uri="{BB962C8B-B14F-4D97-AF65-F5344CB8AC3E}">
        <p14:creationId xmlns:p14="http://schemas.microsoft.com/office/powerpoint/2010/main" val="25189359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8A7C7559C5F5646811A04B835F0A55E" ma:contentTypeVersion="8" ma:contentTypeDescription="Create a new document." ma:contentTypeScope="" ma:versionID="ab5794de7671f36f9af590cd60528b57">
  <xsd:schema xmlns:xsd="http://www.w3.org/2001/XMLSchema" xmlns:xs="http://www.w3.org/2001/XMLSchema" xmlns:p="http://schemas.microsoft.com/office/2006/metadata/properties" xmlns:ns3="15581464-e061-4b9c-8f54-4afddfb39516" targetNamespace="http://schemas.microsoft.com/office/2006/metadata/properties" ma:root="true" ma:fieldsID="51cb98cea5eb4d29c301211dcea5566f" ns3:_="">
    <xsd:import namespace="15581464-e061-4b9c-8f54-4afddfb3951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81464-e061-4b9c-8f54-4afddfb3951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8C88F1-1664-415F-AFCE-F6CF45809817}">
  <ds:schemaRefs>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15581464-e061-4b9c-8f54-4afddfb39516"/>
    <ds:schemaRef ds:uri="http://purl.org/dc/elements/1.1/"/>
  </ds:schemaRefs>
</ds:datastoreItem>
</file>

<file path=customXml/itemProps2.xml><?xml version="1.0" encoding="utf-8"?>
<ds:datastoreItem xmlns:ds="http://schemas.openxmlformats.org/officeDocument/2006/customXml" ds:itemID="{0D16958A-754B-4396-9457-FD7A427A37DD}">
  <ds:schemaRefs>
    <ds:schemaRef ds:uri="http://schemas.microsoft.com/sharepoint/v3/contenttype/forms"/>
  </ds:schemaRefs>
</ds:datastoreItem>
</file>

<file path=customXml/itemProps3.xml><?xml version="1.0" encoding="utf-8"?>
<ds:datastoreItem xmlns:ds="http://schemas.openxmlformats.org/officeDocument/2006/customXml" ds:itemID="{8431D920-E793-4497-B43B-C2491E1EAA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81464-e061-4b9c-8f54-4afddfb395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Digital design</Template>
  <TotalTime>4940</TotalTime>
  <Words>1319</Words>
  <Application>Microsoft Office PowerPoint</Application>
  <PresentationFormat>Widescreen</PresentationFormat>
  <Paragraphs>146</Paragraphs>
  <Slides>20</Slides>
  <Notes>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1" baseType="lpstr">
      <vt:lpstr>Arial</vt:lpstr>
      <vt:lpstr>Calibri</vt:lpstr>
      <vt:lpstr>Century Gothic</vt:lpstr>
      <vt:lpstr>Consolas</vt:lpstr>
      <vt:lpstr>Courier New</vt:lpstr>
      <vt:lpstr>Monotype Sorts</vt:lpstr>
      <vt:lpstr>Times New Roman</vt:lpstr>
      <vt:lpstr>Wingdings</vt:lpstr>
      <vt:lpstr>Wingdings 3</vt:lpstr>
      <vt:lpstr>Ion</vt:lpstr>
      <vt:lpstr>Picture</vt:lpstr>
      <vt:lpstr>Java Programming I</vt:lpstr>
      <vt:lpstr>Objectives</vt:lpstr>
      <vt:lpstr>PowerPoint Presentation</vt:lpstr>
      <vt:lpstr>PowerPoint Presentation</vt:lpstr>
      <vt:lpstr>PowerPoint Presentation</vt:lpstr>
      <vt:lpstr>PowerPoint Presentation</vt:lpstr>
      <vt:lpstr>Introducing while Loops</vt:lpstr>
      <vt:lpstr>Introducing while Loops</vt:lpstr>
      <vt:lpstr>Introducing do-while Loops</vt:lpstr>
      <vt:lpstr>Introducing for Loops</vt:lpstr>
      <vt:lpstr>Introducing for Loops</vt:lpstr>
      <vt:lpstr>Which Loop to Use?</vt:lpstr>
      <vt:lpstr>Recommendations</vt:lpstr>
      <vt:lpstr>Nested Loops</vt:lpstr>
      <vt:lpstr>Minimizing Numerical Errors </vt:lpstr>
      <vt:lpstr>Keywords break and continue additional controls in a loop.</vt:lpstr>
      <vt:lpstr>Guessing Number Problem Revisited </vt:lpstr>
      <vt:lpstr>Problem: Checking Palindrome</vt:lpstr>
      <vt:lpstr>Problem: Displaying Prime Numbers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Dobbs</dc:creator>
  <cp:lastModifiedBy>Eric Dobbs</cp:lastModifiedBy>
  <cp:revision>5</cp:revision>
  <dcterms:created xsi:type="dcterms:W3CDTF">2026-01-21T15:38:42Z</dcterms:created>
  <dcterms:modified xsi:type="dcterms:W3CDTF">2026-02-12T20:40:11Z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0x01010098A7C7559C5F5646811A04B835F0A55E</vt:lpwstr>
  </property>
</Properties>
</file>
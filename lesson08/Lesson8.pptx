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352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5" r:id="rId17"/>
    <p:sldId id="364" r:id="rId18"/>
    <p:sldId id="366" r:id="rId19"/>
    <p:sldId id="3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ACD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9BEE34-B517-4647-9BC3-A74D2D3CB06F}" v="144" dt="2026-03-20T00:42:01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927" autoAdjust="0"/>
  </p:normalViewPr>
  <p:slideViewPr>
    <p:cSldViewPr snapToGrid="0">
      <p:cViewPr varScale="1">
        <p:scale>
          <a:sx n="77" d="100"/>
          <a:sy n="77" d="100"/>
        </p:scale>
        <p:origin x="864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98DD-30BA-0868-2CA1-5EB0F93D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D8687-FB1B-6B0F-90FE-23E6D3233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D73B0-2283-A844-BCE3-CF644832E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B98E0-3F55-150C-C855-DE2899D4C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6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C65D-4692-A2C7-E99B-E75C6E76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F71AD-846C-974B-6BA7-871680553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4AD43-B457-EFC1-0472-9AB7B000F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7C7FC-2DDD-40F2-BCF1-F39974E84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270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4D81B-DCCC-2F78-4B02-AD2F8FF8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04374-48C0-4A05-7618-2BE11251D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5F6D0-1AB7-2A46-B687-57CF69E77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D6B6F-7631-8DF1-3168-0F0CCA310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3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B8FE-B182-36DB-3538-0CF2B19B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0E475-5547-95C2-504F-FE0E4059F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45E87-FE1A-4582-DCF3-3CEB201D4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A2D14-034A-75CD-952A-B0F1F36A8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667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2B4C-C91A-94CB-32EF-1274AA5C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CC589-44E3-0741-B181-F0369A679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EB0C9-4A36-B789-AB6E-FB7DB2D3D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05B12-E2A7-3CD0-5188-0E7BA34E9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78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7FB8-1A34-F042-5FE6-8336232A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2C896-8EA6-093D-F564-218148279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5CF6C-5F75-1E1D-F29E-5EC8187A8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5EFC4-D3D7-69FE-870B-87CEB1FA2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748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A5D2-7863-7F31-3CEE-DA65ADEA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000D7-DECB-90E4-B074-7DA7B5605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13672-9E98-3491-CA1A-9D05F450E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3203B-E6CD-E6D2-A9D3-FF81E16B6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46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DE856-3507-CF42-CF54-865D5659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4586B-8E8A-A500-00EC-E012FEDC2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C1285-165C-DECD-2F02-9A74AD6C8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40C8D-0800-4E8C-5307-AC2BD15BF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94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338F-7693-5633-A5D5-94178AA0E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FA245-7E53-091F-32C0-FDF19B5B5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010D2-A598-B165-04CE-69F6DB2B7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EB5E7-A472-E301-DEAF-F45D9C5BA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12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B8065-0EEF-6443-ABFF-7618BC97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1160D-5D06-E4D9-CDE8-568B33C8C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71664-68A2-A81C-2DBE-9C28246F5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ED6DA-D8BD-CE02-A9C1-102C33BF4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624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E9D45-ADF7-BC03-55B7-CA7A5E25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DAD86-F663-D149-DF96-44A6D55F2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6021E-5169-DC7C-A0DB-FC95DC0DE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EC806-080B-E441-4A59-1AD51FDBB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123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4FFEB-837B-13A1-1BF0-700E92CF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31D63-EF13-D494-8890-C3DDFE16C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7137F-8CE4-B843-7B8E-BFF9DFA0D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0B8D8-023A-FB89-9E5B-B28DA6833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299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84D6-2514-4540-5770-A6250D0C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95899-6965-3902-8141-D2661F869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95FB8-6892-2A01-BF2A-D90C9FE41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85316-E1F2-3425-0583-5BD649AF2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804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sz="6600" dirty="0"/>
              <a:t>Java Programming I</a:t>
            </a:r>
            <a:endParaRPr lang="ru-RU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sz="3600" dirty="0"/>
              <a:t>Cist2371 – lesson7 (Arrays part ii)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6">
            <a:extLst>
              <a:ext uri="{FF2B5EF4-FFF2-40B4-BE49-F238E27FC236}">
                <a16:creationId xmlns:a16="http://schemas.microsoft.com/office/drawing/2014/main" id="{65DD4B4B-20B7-4924-F35A-83C18AD5EE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96EA88-0FB5-4042-A25E-77B453EBAF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708307F-C217-D0CD-CA5E-856FECC6C6E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228601"/>
            <a:ext cx="7772400" cy="473075"/>
          </a:xfrm>
        </p:spPr>
        <p:txBody>
          <a:bodyPr/>
          <a:lstStyle/>
          <a:p>
            <a:r>
              <a:rPr lang="en-US" altLang="en-US" sz="4000"/>
              <a:t>Objectives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10B6B67-B852-433F-B930-5DE40EAC3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741363"/>
            <a:ext cx="8688388" cy="549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2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B052D-EF14-FBEB-1848-7BB6307B9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26" y="1545708"/>
            <a:ext cx="10187747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Variable Length Argument List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 Sort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java.util.Arrays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Passing arguments to the main method from the command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CAC4-8E69-7EBB-5973-CD209EAD0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E389-1FC4-8639-3006-80D44A34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7.9 Variable Length Argument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25B78-2E3B-93EB-B220-3E997C50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45369"/>
            <a:ext cx="8946541" cy="239775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dirty="0"/>
              <a:t>A </a:t>
            </a:r>
            <a:r>
              <a:rPr lang="en-US" sz="3600" b="1" dirty="0"/>
              <a:t>variable number</a:t>
            </a:r>
            <a:r>
              <a:rPr lang="en-US" sz="3600" dirty="0"/>
              <a:t> of arguments of the same type can be passed to a method and treated as an array.</a:t>
            </a:r>
          </a:p>
          <a:p>
            <a:r>
              <a:rPr lang="en-US" sz="3600" dirty="0"/>
              <a:t>Only one variable-length parameter specified</a:t>
            </a:r>
          </a:p>
          <a:p>
            <a:r>
              <a:rPr lang="en-US" sz="3600" dirty="0"/>
              <a:t>Must be the last parameter.</a:t>
            </a:r>
          </a:p>
          <a:p>
            <a:r>
              <a:rPr lang="en-US" sz="3600" dirty="0"/>
              <a:t>Return type cannot be of variable length</a:t>
            </a:r>
          </a:p>
          <a:p>
            <a:pPr marL="0" indent="0">
              <a:buNone/>
            </a:pP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1DEAA-DC5B-6293-8D1C-8F9DB5329DF1}"/>
              </a:ext>
            </a:extLst>
          </p:cNvPr>
          <p:cNvSpPr txBox="1"/>
          <p:nvPr/>
        </p:nvSpPr>
        <p:spPr>
          <a:xfrm>
            <a:off x="964096" y="3916017"/>
            <a:ext cx="626325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public static void </a:t>
            </a:r>
            <a:r>
              <a:rPr lang="en-US" dirty="0" err="1">
                <a:latin typeface="Consolas" panose="020B0609020204030204" pitchFamily="49" charset="0"/>
              </a:rPr>
              <a:t>printMax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double... numbers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    statements;</a:t>
            </a:r>
          </a:p>
          <a:p>
            <a:r>
              <a:rPr lang="en-US" dirty="0">
                <a:latin typeface="Consolas" panose="020B0609020204030204" pitchFamily="49" charset="0"/>
              </a:rPr>
              <a:t>	statements;</a:t>
            </a:r>
          </a:p>
          <a:p>
            <a:r>
              <a:rPr lang="en-US" dirty="0">
                <a:latin typeface="Consolas" panose="020B0609020204030204" pitchFamily="49" charset="0"/>
              </a:rPr>
              <a:t>	statements;</a:t>
            </a:r>
          </a:p>
          <a:p>
            <a:r>
              <a:rPr lang="en-US" dirty="0">
                <a:latin typeface="Consolas" panose="020B0609020204030204" pitchFamily="49" charset="0"/>
              </a:rPr>
              <a:t>	statements;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VarArgsDemo.java</a:t>
            </a:r>
          </a:p>
        </p:txBody>
      </p:sp>
    </p:spTree>
    <p:extLst>
      <p:ext uri="{BB962C8B-B14F-4D97-AF65-F5344CB8AC3E}">
        <p14:creationId xmlns:p14="http://schemas.microsoft.com/office/powerpoint/2010/main" val="19029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51E8-6F59-CEDE-CBDD-01AE1740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CC76-2088-E0BA-F7FB-92201C72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7.11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8BC64-1705-1EA7-1C72-208583F7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45370"/>
            <a:ext cx="8946541" cy="809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Intuitive sorting algorithm: </a:t>
            </a:r>
            <a:r>
              <a:rPr lang="en-US" sz="3600" b="1" dirty="0">
                <a:solidFill>
                  <a:srgbClr val="FFFF00"/>
                </a:solidFill>
              </a:rPr>
              <a:t>selection sort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ED353-9CC8-91F1-F2D6-7203AE7B001C}"/>
              </a:ext>
            </a:extLst>
          </p:cNvPr>
          <p:cNvSpPr/>
          <p:nvPr/>
        </p:nvSpPr>
        <p:spPr>
          <a:xfrm>
            <a:off x="4800600" y="2374819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51182D-8AB0-914B-FBD5-DC5571C56867}"/>
              </a:ext>
            </a:extLst>
          </p:cNvPr>
          <p:cNvSpPr/>
          <p:nvPr/>
        </p:nvSpPr>
        <p:spPr>
          <a:xfrm>
            <a:off x="1805610" y="2384761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DB371-342D-3A05-E624-88671DBEA758}"/>
              </a:ext>
            </a:extLst>
          </p:cNvPr>
          <p:cNvSpPr/>
          <p:nvPr/>
        </p:nvSpPr>
        <p:spPr>
          <a:xfrm>
            <a:off x="2557670" y="2374820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309083-10E4-4BF3-F080-3948F00DC1C7}"/>
              </a:ext>
            </a:extLst>
          </p:cNvPr>
          <p:cNvSpPr/>
          <p:nvPr/>
        </p:nvSpPr>
        <p:spPr>
          <a:xfrm>
            <a:off x="3296480" y="2374821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A7F5F-CE42-1FE4-D374-963269BB92E1}"/>
              </a:ext>
            </a:extLst>
          </p:cNvPr>
          <p:cNvSpPr/>
          <p:nvPr/>
        </p:nvSpPr>
        <p:spPr>
          <a:xfrm>
            <a:off x="4048540" y="2374821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3557D9-6946-CF09-D193-0213DF3B1B69}"/>
              </a:ext>
            </a:extLst>
          </p:cNvPr>
          <p:cNvSpPr/>
          <p:nvPr/>
        </p:nvSpPr>
        <p:spPr>
          <a:xfrm>
            <a:off x="4800600" y="3101003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C4257B-4F50-68F1-B37E-5E2B553314C2}"/>
              </a:ext>
            </a:extLst>
          </p:cNvPr>
          <p:cNvSpPr/>
          <p:nvPr/>
        </p:nvSpPr>
        <p:spPr>
          <a:xfrm>
            <a:off x="1805610" y="3110945"/>
            <a:ext cx="685800" cy="606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CDF03-F000-3914-3CB4-42C04F9AFECD}"/>
              </a:ext>
            </a:extLst>
          </p:cNvPr>
          <p:cNvSpPr/>
          <p:nvPr/>
        </p:nvSpPr>
        <p:spPr>
          <a:xfrm>
            <a:off x="2557670" y="3101004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DB0516-355F-7FD5-7C81-C837F0CE5670}"/>
              </a:ext>
            </a:extLst>
          </p:cNvPr>
          <p:cNvSpPr/>
          <p:nvPr/>
        </p:nvSpPr>
        <p:spPr>
          <a:xfrm>
            <a:off x="3296480" y="3101005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859AD-463C-A5EA-AE80-6CC8F57A8620}"/>
              </a:ext>
            </a:extLst>
          </p:cNvPr>
          <p:cNvSpPr/>
          <p:nvPr/>
        </p:nvSpPr>
        <p:spPr>
          <a:xfrm>
            <a:off x="4048540" y="3101005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A6C985-AAF5-1251-2DD9-380AD1E89C40}"/>
              </a:ext>
            </a:extLst>
          </p:cNvPr>
          <p:cNvSpPr/>
          <p:nvPr/>
        </p:nvSpPr>
        <p:spPr>
          <a:xfrm>
            <a:off x="4800600" y="3827187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00CC8-C72B-FE25-9B0E-9FCF9EC0FE04}"/>
              </a:ext>
            </a:extLst>
          </p:cNvPr>
          <p:cNvSpPr/>
          <p:nvPr/>
        </p:nvSpPr>
        <p:spPr>
          <a:xfrm>
            <a:off x="1805610" y="3837129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6D0C78-303B-7245-D203-DC114D45C887}"/>
              </a:ext>
            </a:extLst>
          </p:cNvPr>
          <p:cNvSpPr/>
          <p:nvPr/>
        </p:nvSpPr>
        <p:spPr>
          <a:xfrm>
            <a:off x="2557670" y="3827188"/>
            <a:ext cx="685800" cy="6062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41B7A2-EBD8-7EAF-A7ED-A880E743F97B}"/>
              </a:ext>
            </a:extLst>
          </p:cNvPr>
          <p:cNvSpPr/>
          <p:nvPr/>
        </p:nvSpPr>
        <p:spPr>
          <a:xfrm>
            <a:off x="3296480" y="3827189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D8372E-CED1-D378-DED3-CC6854629F6B}"/>
              </a:ext>
            </a:extLst>
          </p:cNvPr>
          <p:cNvSpPr/>
          <p:nvPr/>
        </p:nvSpPr>
        <p:spPr>
          <a:xfrm>
            <a:off x="4048540" y="3827189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51B2CD-D3D9-D3D4-1027-6667C9830B09}"/>
              </a:ext>
            </a:extLst>
          </p:cNvPr>
          <p:cNvSpPr/>
          <p:nvPr/>
        </p:nvSpPr>
        <p:spPr>
          <a:xfrm>
            <a:off x="4800600" y="4563313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15B0EE-DFDC-973A-8520-CD83B953F64C}"/>
              </a:ext>
            </a:extLst>
          </p:cNvPr>
          <p:cNvSpPr/>
          <p:nvPr/>
        </p:nvSpPr>
        <p:spPr>
          <a:xfrm>
            <a:off x="1805610" y="4573255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FFEE22-FD52-B721-4035-061509515062}"/>
              </a:ext>
            </a:extLst>
          </p:cNvPr>
          <p:cNvSpPr/>
          <p:nvPr/>
        </p:nvSpPr>
        <p:spPr>
          <a:xfrm>
            <a:off x="2557670" y="4563314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5926F1-1E6B-486D-B1EB-F0620B8B9576}"/>
              </a:ext>
            </a:extLst>
          </p:cNvPr>
          <p:cNvSpPr/>
          <p:nvPr/>
        </p:nvSpPr>
        <p:spPr>
          <a:xfrm>
            <a:off x="3296480" y="4563315"/>
            <a:ext cx="685800" cy="606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FF6CB4-CC21-9F83-FFFD-7F13A00C418D}"/>
              </a:ext>
            </a:extLst>
          </p:cNvPr>
          <p:cNvSpPr/>
          <p:nvPr/>
        </p:nvSpPr>
        <p:spPr>
          <a:xfrm>
            <a:off x="4048540" y="4563315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A204D0-A97F-6EF1-1959-5CC605C7CBC1}"/>
              </a:ext>
            </a:extLst>
          </p:cNvPr>
          <p:cNvSpPr/>
          <p:nvPr/>
        </p:nvSpPr>
        <p:spPr>
          <a:xfrm>
            <a:off x="4800600" y="5299437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554077-346A-B010-AD52-AA81BD4C9CF6}"/>
              </a:ext>
            </a:extLst>
          </p:cNvPr>
          <p:cNvSpPr/>
          <p:nvPr/>
        </p:nvSpPr>
        <p:spPr>
          <a:xfrm>
            <a:off x="1805610" y="5309379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CE2E75-A2B2-D727-C0A3-52A7C95A9E8C}"/>
              </a:ext>
            </a:extLst>
          </p:cNvPr>
          <p:cNvSpPr/>
          <p:nvPr/>
        </p:nvSpPr>
        <p:spPr>
          <a:xfrm>
            <a:off x="2557670" y="5299438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798180-307F-2218-1323-363600F30FAC}"/>
              </a:ext>
            </a:extLst>
          </p:cNvPr>
          <p:cNvSpPr/>
          <p:nvPr/>
        </p:nvSpPr>
        <p:spPr>
          <a:xfrm>
            <a:off x="3296480" y="5299439"/>
            <a:ext cx="685800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08C67F-EA6F-4B37-F886-BBC204007367}"/>
              </a:ext>
            </a:extLst>
          </p:cNvPr>
          <p:cNvSpPr/>
          <p:nvPr/>
        </p:nvSpPr>
        <p:spPr>
          <a:xfrm>
            <a:off x="4048540" y="5299439"/>
            <a:ext cx="685800" cy="6062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AE7201-FAF4-DD52-E109-6475E77A0529}"/>
              </a:ext>
            </a:extLst>
          </p:cNvPr>
          <p:cNvSpPr txBox="1"/>
          <p:nvPr/>
        </p:nvSpPr>
        <p:spPr>
          <a:xfrm>
            <a:off x="1724890" y="6405282"/>
            <a:ext cx="2180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SelectionSort.java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2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3F3E-7B85-AE43-1648-9A369F9E1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F357-CE3C-1BD2-99DA-D515BC5C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7.12 The Arrays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01C44-3652-463E-BB32-C1F442A6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45369"/>
            <a:ext cx="8946541" cy="239775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100" dirty="0"/>
              <a:t>The  </a:t>
            </a:r>
            <a:r>
              <a:rPr lang="en-US" sz="5100" b="1" dirty="0" err="1">
                <a:solidFill>
                  <a:srgbClr val="FFFF00"/>
                </a:solidFill>
              </a:rPr>
              <a:t>java.util.Arrays</a:t>
            </a:r>
            <a:r>
              <a:rPr lang="en-US" sz="5100" dirty="0"/>
              <a:t> class contains useful methods for common array operations: 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5100" dirty="0"/>
              <a:t>Sorting and searching arrays</a:t>
            </a:r>
          </a:p>
          <a:p>
            <a:r>
              <a:rPr lang="en-US" sz="5100" dirty="0"/>
              <a:t>Comparing arrays</a:t>
            </a:r>
          </a:p>
          <a:p>
            <a:r>
              <a:rPr lang="en-US" sz="5100" dirty="0"/>
              <a:t>Filling array elements</a:t>
            </a:r>
          </a:p>
          <a:p>
            <a:r>
              <a:rPr lang="en-US" sz="5100" dirty="0"/>
              <a:t>Returning a string representation of the array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61086-7555-9A57-66A5-5D2CE90D0A07}"/>
              </a:ext>
            </a:extLst>
          </p:cNvPr>
          <p:cNvSpPr txBox="1"/>
          <p:nvPr/>
        </p:nvSpPr>
        <p:spPr>
          <a:xfrm>
            <a:off x="875201" y="5227965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ArraysDemo.java</a:t>
            </a:r>
          </a:p>
        </p:txBody>
      </p:sp>
    </p:spTree>
    <p:extLst>
      <p:ext uri="{BB962C8B-B14F-4D97-AF65-F5344CB8AC3E}">
        <p14:creationId xmlns:p14="http://schemas.microsoft.com/office/powerpoint/2010/main" val="3510344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974C-BA91-1C23-097F-8AC72656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0F7B-D32C-6CC2-25E7-2A187F1A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7.13 Command Line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C3EE-7E13-65EA-7F80-6BC383E3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45369"/>
            <a:ext cx="8946541" cy="2397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The </a:t>
            </a:r>
            <a:r>
              <a:rPr lang="en-US" sz="3600" b="1" dirty="0">
                <a:solidFill>
                  <a:srgbClr val="FFFF00"/>
                </a:solidFill>
              </a:rPr>
              <a:t>main </a:t>
            </a:r>
            <a:r>
              <a:rPr lang="en-US" sz="3600" dirty="0"/>
              <a:t>method can receive string arguments from the command line.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34892-218B-3720-6A0C-355B143B1718}"/>
              </a:ext>
            </a:extLst>
          </p:cNvPr>
          <p:cNvSpPr txBox="1"/>
          <p:nvPr/>
        </p:nvSpPr>
        <p:spPr>
          <a:xfrm>
            <a:off x="1070264" y="5351318"/>
            <a:ext cx="310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CommandLineDemo.java</a:t>
            </a:r>
          </a:p>
        </p:txBody>
      </p:sp>
    </p:spTree>
    <p:extLst>
      <p:ext uri="{BB962C8B-B14F-4D97-AF65-F5344CB8AC3E}">
        <p14:creationId xmlns:p14="http://schemas.microsoft.com/office/powerpoint/2010/main" val="18884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44FAB-BF4B-2634-A583-29731089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97120-EA4A-F964-0C7E-6BF4C76D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99325" cy="809552"/>
          </a:xfrm>
        </p:spPr>
        <p:txBody>
          <a:bodyPr/>
          <a:lstStyle/>
          <a:p>
            <a:r>
              <a:rPr lang="en-US" dirty="0"/>
              <a:t>Chapter 8 – Multi 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17034-9795-0535-D537-4E8111857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45369"/>
            <a:ext cx="8946541" cy="2397759"/>
          </a:xfrm>
        </p:spPr>
        <p:txBody>
          <a:bodyPr>
            <a:noAutofit/>
          </a:bodyPr>
          <a:lstStyle/>
          <a:p>
            <a:r>
              <a:rPr lang="en-US" dirty="0"/>
              <a:t>8.1 To give examples of representing data using two-dimensional arrays.</a:t>
            </a:r>
          </a:p>
          <a:p>
            <a:r>
              <a:rPr lang="en-US" dirty="0"/>
              <a:t>8.2 To declare variables for two-dimensional arrays, create arrays, and access array elements in a two-dimensional array using row and column indices.</a:t>
            </a:r>
          </a:p>
          <a:p>
            <a:r>
              <a:rPr lang="en-US" dirty="0"/>
              <a:t>8.3 To program common operations for two-dimensional arrays (displaying arrays, summing all elements, finding the minimum and maximum elements, and random shuffling).</a:t>
            </a:r>
          </a:p>
          <a:p>
            <a:r>
              <a:rPr lang="en-US" dirty="0"/>
              <a:t>8.4 To pass two-dimensional arrays to methods.</a:t>
            </a:r>
          </a:p>
          <a:p>
            <a:r>
              <a:rPr lang="en-US" dirty="0"/>
              <a:t>8.5 To write a program for grading multiple-choice questions using two-dimensional arrays.</a:t>
            </a:r>
          </a:p>
          <a:p>
            <a:r>
              <a:rPr lang="en-US" dirty="0"/>
              <a:t>8.6 To solve the closest pair problem using two-dimensional arrays.</a:t>
            </a:r>
          </a:p>
          <a:p>
            <a:r>
              <a:rPr lang="en-US" dirty="0"/>
              <a:t>8.7 To check a Sudoku solution using two-dimensional arrays.</a:t>
            </a:r>
          </a:p>
          <a:p>
            <a:r>
              <a:rPr lang="en-US" dirty="0"/>
              <a:t>8.8 To use multidimensional arrays.</a:t>
            </a:r>
          </a:p>
        </p:txBody>
      </p:sp>
    </p:spTree>
    <p:extLst>
      <p:ext uri="{BB962C8B-B14F-4D97-AF65-F5344CB8AC3E}">
        <p14:creationId xmlns:p14="http://schemas.microsoft.com/office/powerpoint/2010/main" val="404256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80CC-798E-0E4D-68DF-C12661D1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ED50-A066-86E1-CF5E-2CD04761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sz="4800" dirty="0"/>
              <a:t>8.1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DC90-AC9E-6FFE-4966-9CCD5F292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299020"/>
            <a:ext cx="8946541" cy="23977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b="1" dirty="0"/>
              <a:t>Data in a table or a matrix can be represented using a </a:t>
            </a:r>
            <a:r>
              <a:rPr lang="en-US" sz="3600" b="1" dirty="0">
                <a:solidFill>
                  <a:srgbClr val="FFFF00"/>
                </a:solidFill>
              </a:rPr>
              <a:t>two-dimensional array.</a:t>
            </a:r>
          </a:p>
          <a:p>
            <a:pPr marL="0" indent="0">
              <a:buNone/>
            </a:pPr>
            <a:endParaRPr lang="en-US" sz="36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3600" b="1" dirty="0"/>
              <a:t>A </a:t>
            </a:r>
            <a:r>
              <a:rPr lang="en-US" sz="3600" b="1" dirty="0">
                <a:solidFill>
                  <a:srgbClr val="FFFF00"/>
                </a:solidFill>
              </a:rPr>
              <a:t>two-dimensional</a:t>
            </a:r>
            <a:r>
              <a:rPr lang="en-US" sz="3600" b="1" dirty="0"/>
              <a:t> array is an array that contains other arrays as its elements. </a:t>
            </a:r>
          </a:p>
          <a:p>
            <a:pPr marL="0" indent="0">
              <a:buNone/>
            </a:pPr>
            <a:endParaRPr lang="en-US" sz="36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3600" b="1" dirty="0">
              <a:solidFill>
                <a:srgbClr val="FFFF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F35940-4C9E-8EA2-2945-015617166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057" y="3598448"/>
            <a:ext cx="6416596" cy="31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3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CB3FC-22E3-AB51-6076-653D5209C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FB7E0-38BE-DF26-28B3-F6C98EE1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sz="4800" dirty="0"/>
              <a:t>8.2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6CB68-FE42-17EA-DBDF-44309390B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299020"/>
            <a:ext cx="8946541" cy="19057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3600" b="1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4B4D2-C647-94E9-C9E3-93AC2BB317DA}"/>
              </a:ext>
            </a:extLst>
          </p:cNvPr>
          <p:cNvSpPr txBox="1"/>
          <p:nvPr/>
        </p:nvSpPr>
        <p:spPr>
          <a:xfrm>
            <a:off x="2576946" y="1579418"/>
            <a:ext cx="5009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[][]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arrayReferenceName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9CDFD-F65A-28AD-5D85-CD61D3058276}"/>
              </a:ext>
            </a:extLst>
          </p:cNvPr>
          <p:cNvSpPr txBox="1"/>
          <p:nvPr/>
        </p:nvSpPr>
        <p:spPr>
          <a:xfrm>
            <a:off x="2576945" y="2153712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[][] matrix;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14A1D-FF70-C5D8-AE6D-0CE1E1C5C3C6}"/>
              </a:ext>
            </a:extLst>
          </p:cNvPr>
          <p:cNvSpPr txBox="1"/>
          <p:nvPr/>
        </p:nvSpPr>
        <p:spPr>
          <a:xfrm>
            <a:off x="2576945" y="2835463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[5][5] matrix;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7660A99-CC03-FC46-2FE0-74B35E9208F5}"/>
              </a:ext>
            </a:extLst>
          </p:cNvPr>
          <p:cNvGrpSpPr/>
          <p:nvPr/>
        </p:nvGrpSpPr>
        <p:grpSpPr>
          <a:xfrm>
            <a:off x="2569510" y="3653206"/>
            <a:ext cx="2743688" cy="2240822"/>
            <a:chOff x="2223655" y="3711926"/>
            <a:chExt cx="2743688" cy="224082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080CADF-4161-F277-A838-98CB35223F4B}"/>
                </a:ext>
              </a:extLst>
            </p:cNvPr>
            <p:cNvGrpSpPr/>
            <p:nvPr/>
          </p:nvGrpSpPr>
          <p:grpSpPr>
            <a:xfrm>
              <a:off x="2759032" y="4091508"/>
              <a:ext cx="2026224" cy="1827048"/>
              <a:chOff x="2772019" y="3429000"/>
              <a:chExt cx="2026224" cy="1827048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79586AE-8218-EDC8-BBEC-8C2E383FF309}"/>
                  </a:ext>
                </a:extLst>
              </p:cNvPr>
              <p:cNvGrpSpPr/>
              <p:nvPr/>
            </p:nvGrpSpPr>
            <p:grpSpPr>
              <a:xfrm>
                <a:off x="2774373" y="3429000"/>
                <a:ext cx="2021516" cy="371864"/>
                <a:chOff x="2774373" y="3429000"/>
                <a:chExt cx="2021516" cy="371864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C68F34B-4F8D-334F-5209-E821C7838359}"/>
                    </a:ext>
                  </a:extLst>
                </p:cNvPr>
                <p:cNvSpPr/>
                <p:nvPr/>
              </p:nvSpPr>
              <p:spPr>
                <a:xfrm>
                  <a:off x="2774373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A2C455D6-08CA-998E-C69D-02E186248D40}"/>
                    </a:ext>
                  </a:extLst>
                </p:cNvPr>
                <p:cNvSpPr/>
                <p:nvPr/>
              </p:nvSpPr>
              <p:spPr>
                <a:xfrm>
                  <a:off x="3179618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3A9213B-0DD8-5E7B-4900-3C2E610E98DE}"/>
                    </a:ext>
                  </a:extLst>
                </p:cNvPr>
                <p:cNvSpPr/>
                <p:nvPr/>
              </p:nvSpPr>
              <p:spPr>
                <a:xfrm>
                  <a:off x="3584863" y="343153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87DEAEE-3F31-2F11-E412-F40FA3516E19}"/>
                    </a:ext>
                  </a:extLst>
                </p:cNvPr>
                <p:cNvSpPr/>
                <p:nvPr/>
              </p:nvSpPr>
              <p:spPr>
                <a:xfrm>
                  <a:off x="3990108" y="343118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C1F5179-562A-3FB9-D775-075A1CEFBF77}"/>
                    </a:ext>
                  </a:extLst>
                </p:cNvPr>
                <p:cNvSpPr/>
                <p:nvPr/>
              </p:nvSpPr>
              <p:spPr>
                <a:xfrm>
                  <a:off x="4390644" y="3431184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1E07335-8D08-3DA9-369D-0E8CF41986E4}"/>
                  </a:ext>
                </a:extLst>
              </p:cNvPr>
              <p:cNvGrpSpPr/>
              <p:nvPr/>
            </p:nvGrpSpPr>
            <p:grpSpPr>
              <a:xfrm>
                <a:off x="2776727" y="3795961"/>
                <a:ext cx="2021516" cy="371864"/>
                <a:chOff x="2774373" y="3429000"/>
                <a:chExt cx="2021516" cy="371864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BBADB32-CCFF-5C48-9870-FA4D73CC22D2}"/>
                    </a:ext>
                  </a:extLst>
                </p:cNvPr>
                <p:cNvSpPr/>
                <p:nvPr/>
              </p:nvSpPr>
              <p:spPr>
                <a:xfrm>
                  <a:off x="2774373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03C7054-FA27-70E4-2CF0-9A6D6BA0894C}"/>
                    </a:ext>
                  </a:extLst>
                </p:cNvPr>
                <p:cNvSpPr/>
                <p:nvPr/>
              </p:nvSpPr>
              <p:spPr>
                <a:xfrm>
                  <a:off x="3179618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FB993A5-35CB-AA28-BF0D-A735CF8BE191}"/>
                    </a:ext>
                  </a:extLst>
                </p:cNvPr>
                <p:cNvSpPr/>
                <p:nvPr/>
              </p:nvSpPr>
              <p:spPr>
                <a:xfrm>
                  <a:off x="3584863" y="343153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6E61982-02E9-53B8-C508-413987C571AC}"/>
                    </a:ext>
                  </a:extLst>
                </p:cNvPr>
                <p:cNvSpPr/>
                <p:nvPr/>
              </p:nvSpPr>
              <p:spPr>
                <a:xfrm>
                  <a:off x="3990108" y="343118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CCE55E16-4534-9528-EF23-BF8C3ED9D682}"/>
                    </a:ext>
                  </a:extLst>
                </p:cNvPr>
                <p:cNvSpPr/>
                <p:nvPr/>
              </p:nvSpPr>
              <p:spPr>
                <a:xfrm>
                  <a:off x="4390644" y="3431184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112C357-274B-51A5-93D7-1DF02CCEC948}"/>
                  </a:ext>
                </a:extLst>
              </p:cNvPr>
              <p:cNvGrpSpPr/>
              <p:nvPr/>
            </p:nvGrpSpPr>
            <p:grpSpPr>
              <a:xfrm>
                <a:off x="2774373" y="4157858"/>
                <a:ext cx="2021516" cy="371864"/>
                <a:chOff x="2774373" y="3429000"/>
                <a:chExt cx="2021516" cy="371864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CCCCDF4-8193-05D7-003F-B7A9F43F135A}"/>
                    </a:ext>
                  </a:extLst>
                </p:cNvPr>
                <p:cNvSpPr/>
                <p:nvPr/>
              </p:nvSpPr>
              <p:spPr>
                <a:xfrm>
                  <a:off x="2774373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A33005FF-3410-B643-51F4-37AAE670EF02}"/>
                    </a:ext>
                  </a:extLst>
                </p:cNvPr>
                <p:cNvSpPr/>
                <p:nvPr/>
              </p:nvSpPr>
              <p:spPr>
                <a:xfrm>
                  <a:off x="3179618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4EEEA6F-CD54-8CCC-3801-D60E0728D513}"/>
                    </a:ext>
                  </a:extLst>
                </p:cNvPr>
                <p:cNvSpPr/>
                <p:nvPr/>
              </p:nvSpPr>
              <p:spPr>
                <a:xfrm>
                  <a:off x="3584863" y="343153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8C45CE8-A2D1-B618-8D05-FA8014A1CD1D}"/>
                    </a:ext>
                  </a:extLst>
                </p:cNvPr>
                <p:cNvSpPr/>
                <p:nvPr/>
              </p:nvSpPr>
              <p:spPr>
                <a:xfrm>
                  <a:off x="3990108" y="343118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70DC75CB-5D05-2460-3110-7054843AC137}"/>
                    </a:ext>
                  </a:extLst>
                </p:cNvPr>
                <p:cNvSpPr/>
                <p:nvPr/>
              </p:nvSpPr>
              <p:spPr>
                <a:xfrm>
                  <a:off x="4390644" y="3431184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E96A87C-3396-FD75-8293-C28AE0F6C3BD}"/>
                  </a:ext>
                </a:extLst>
              </p:cNvPr>
              <p:cNvGrpSpPr/>
              <p:nvPr/>
            </p:nvGrpSpPr>
            <p:grpSpPr>
              <a:xfrm>
                <a:off x="2772019" y="4529372"/>
                <a:ext cx="2021516" cy="371864"/>
                <a:chOff x="2774373" y="3429000"/>
                <a:chExt cx="2021516" cy="371864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D1C96C1-20D6-C337-B8ED-FCB7AECE76D6}"/>
                    </a:ext>
                  </a:extLst>
                </p:cNvPr>
                <p:cNvSpPr/>
                <p:nvPr/>
              </p:nvSpPr>
              <p:spPr>
                <a:xfrm>
                  <a:off x="2774373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DB67DFD-35FA-2F56-B501-1493707DA4A4}"/>
                    </a:ext>
                  </a:extLst>
                </p:cNvPr>
                <p:cNvSpPr/>
                <p:nvPr/>
              </p:nvSpPr>
              <p:spPr>
                <a:xfrm>
                  <a:off x="3179618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37F0D52-595C-0D5A-D4BF-21C949B60463}"/>
                    </a:ext>
                  </a:extLst>
                </p:cNvPr>
                <p:cNvSpPr/>
                <p:nvPr/>
              </p:nvSpPr>
              <p:spPr>
                <a:xfrm>
                  <a:off x="3584863" y="343153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409B569-A221-2AC5-A88A-399F071FF6EE}"/>
                    </a:ext>
                  </a:extLst>
                </p:cNvPr>
                <p:cNvSpPr/>
                <p:nvPr/>
              </p:nvSpPr>
              <p:spPr>
                <a:xfrm>
                  <a:off x="3990108" y="343118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2E4B041-E32D-7578-D000-E7EEBBA64DDD}"/>
                    </a:ext>
                  </a:extLst>
                </p:cNvPr>
                <p:cNvSpPr/>
                <p:nvPr/>
              </p:nvSpPr>
              <p:spPr>
                <a:xfrm>
                  <a:off x="4390644" y="3431184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8DAEF81-4A48-17DE-54DA-E5D05BFFC8F5}"/>
                  </a:ext>
                </a:extLst>
              </p:cNvPr>
              <p:cNvGrpSpPr/>
              <p:nvPr/>
            </p:nvGrpSpPr>
            <p:grpSpPr>
              <a:xfrm>
                <a:off x="2776727" y="4884184"/>
                <a:ext cx="2021516" cy="371864"/>
                <a:chOff x="2774373" y="3429000"/>
                <a:chExt cx="2021516" cy="371864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A97FC45-84DB-FA1B-19DA-CA7974AF9619}"/>
                    </a:ext>
                  </a:extLst>
                </p:cNvPr>
                <p:cNvSpPr/>
                <p:nvPr/>
              </p:nvSpPr>
              <p:spPr>
                <a:xfrm>
                  <a:off x="2774373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F60DAA3E-FB25-4034-1685-19D24BC61E12}"/>
                    </a:ext>
                  </a:extLst>
                </p:cNvPr>
                <p:cNvSpPr/>
                <p:nvPr/>
              </p:nvSpPr>
              <p:spPr>
                <a:xfrm>
                  <a:off x="3179618" y="3429000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ABC4D7C-A40B-14CA-D9C8-2BDDB8AA713C}"/>
                    </a:ext>
                  </a:extLst>
                </p:cNvPr>
                <p:cNvSpPr/>
                <p:nvPr/>
              </p:nvSpPr>
              <p:spPr>
                <a:xfrm>
                  <a:off x="3584863" y="343153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18887F7-2414-DC67-F39A-D4D02BBC8FDC}"/>
                    </a:ext>
                  </a:extLst>
                </p:cNvPr>
                <p:cNvSpPr/>
                <p:nvPr/>
              </p:nvSpPr>
              <p:spPr>
                <a:xfrm>
                  <a:off x="3990108" y="3431182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962DF7E-72B9-F52B-356C-863A8BFFF158}"/>
                    </a:ext>
                  </a:extLst>
                </p:cNvPr>
                <p:cNvSpPr/>
                <p:nvPr/>
              </p:nvSpPr>
              <p:spPr>
                <a:xfrm>
                  <a:off x="4390644" y="3431184"/>
                  <a:ext cx="405245" cy="3693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0</a:t>
                  </a:r>
                </a:p>
              </p:txBody>
            </p:sp>
          </p:grp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7AF4522-8E1B-95CA-E7E1-7E5B864DA4FB}"/>
                </a:ext>
              </a:extLst>
            </p:cNvPr>
            <p:cNvSpPr txBox="1"/>
            <p:nvPr/>
          </p:nvSpPr>
          <p:spPr>
            <a:xfrm>
              <a:off x="2673061" y="3711926"/>
              <a:ext cx="22942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[0] [1][2][3][4]</a:t>
              </a:r>
              <a:endParaRPr lang="en-US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2BE8FC-9EF0-57FF-7EE5-B1B1BC863586}"/>
                </a:ext>
              </a:extLst>
            </p:cNvPr>
            <p:cNvSpPr txBox="1"/>
            <p:nvPr/>
          </p:nvSpPr>
          <p:spPr>
            <a:xfrm>
              <a:off x="2223655" y="4136866"/>
              <a:ext cx="557550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[0]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[1]</a:t>
              </a:r>
            </a:p>
            <a:p>
              <a:endParaRPr lang="en-US" sz="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[2]</a:t>
              </a:r>
            </a:p>
            <a:p>
              <a:endParaRPr lang="en-US" sz="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[3]</a:t>
              </a:r>
            </a:p>
            <a:p>
              <a:endParaRPr lang="en-US" sz="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[4]</a:t>
              </a:r>
              <a:endParaRPr lang="en-US" sz="16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397F795-909B-3EB3-30ED-E1867E2E8A6E}"/>
              </a:ext>
            </a:extLst>
          </p:cNvPr>
          <p:cNvSpPr txBox="1"/>
          <p:nvPr/>
        </p:nvSpPr>
        <p:spPr>
          <a:xfrm>
            <a:off x="6727779" y="2819098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Matrix[2][1] =  7;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07D5C5B-6439-16BB-1A65-7434C9EE1763}"/>
              </a:ext>
            </a:extLst>
          </p:cNvPr>
          <p:cNvGrpSpPr/>
          <p:nvPr/>
        </p:nvGrpSpPr>
        <p:grpSpPr>
          <a:xfrm>
            <a:off x="6521870" y="3664712"/>
            <a:ext cx="2743688" cy="2240822"/>
            <a:chOff x="6521870" y="3664712"/>
            <a:chExt cx="2743688" cy="224082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9ED4ACA-31E2-40BA-2898-5264B6A3A4D1}"/>
                </a:ext>
              </a:extLst>
            </p:cNvPr>
            <p:cNvGrpSpPr/>
            <p:nvPr/>
          </p:nvGrpSpPr>
          <p:grpSpPr>
            <a:xfrm>
              <a:off x="6521870" y="3664712"/>
              <a:ext cx="2743688" cy="2240822"/>
              <a:chOff x="2223655" y="3711926"/>
              <a:chExt cx="2743688" cy="2240822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FA8989B4-0F26-6822-9B9C-F511053676D6}"/>
                  </a:ext>
                </a:extLst>
              </p:cNvPr>
              <p:cNvGrpSpPr/>
              <p:nvPr/>
            </p:nvGrpSpPr>
            <p:grpSpPr>
              <a:xfrm>
                <a:off x="2759032" y="4091508"/>
                <a:ext cx="2026224" cy="1827048"/>
                <a:chOff x="2772019" y="3429000"/>
                <a:chExt cx="2026224" cy="1827048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94EF6F05-5385-5790-0B34-04C50C7EBAC1}"/>
                    </a:ext>
                  </a:extLst>
                </p:cNvPr>
                <p:cNvGrpSpPr/>
                <p:nvPr/>
              </p:nvGrpSpPr>
              <p:grpSpPr>
                <a:xfrm>
                  <a:off x="2774373" y="3429000"/>
                  <a:ext cx="2021516" cy="371864"/>
                  <a:chOff x="2774373" y="3429000"/>
                  <a:chExt cx="2021516" cy="371864"/>
                </a:xfrm>
              </p:grpSpPr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425AFD5B-9A9A-1709-8051-2A9E837716B4}"/>
                      </a:ext>
                    </a:extLst>
                  </p:cNvPr>
                  <p:cNvSpPr/>
                  <p:nvPr/>
                </p:nvSpPr>
                <p:spPr>
                  <a:xfrm>
                    <a:off x="2774373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DB639A34-28B6-062D-A7B2-CCD8EF7560D0}"/>
                      </a:ext>
                    </a:extLst>
                  </p:cNvPr>
                  <p:cNvSpPr/>
                  <p:nvPr/>
                </p:nvSpPr>
                <p:spPr>
                  <a:xfrm>
                    <a:off x="3179618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F4CEC418-0815-DD7E-94F6-91C819134C48}"/>
                      </a:ext>
                    </a:extLst>
                  </p:cNvPr>
                  <p:cNvSpPr/>
                  <p:nvPr/>
                </p:nvSpPr>
                <p:spPr>
                  <a:xfrm>
                    <a:off x="3584863" y="343153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2D67328E-CB6D-0969-CC96-9819C2784CBA}"/>
                      </a:ext>
                    </a:extLst>
                  </p:cNvPr>
                  <p:cNvSpPr/>
                  <p:nvPr/>
                </p:nvSpPr>
                <p:spPr>
                  <a:xfrm>
                    <a:off x="3990108" y="343118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9D7E0801-2E5A-C950-B911-3CB3A4B2151B}"/>
                      </a:ext>
                    </a:extLst>
                  </p:cNvPr>
                  <p:cNvSpPr/>
                  <p:nvPr/>
                </p:nvSpPr>
                <p:spPr>
                  <a:xfrm>
                    <a:off x="4390644" y="3431184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</p:grp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177E1D73-706F-5943-84A8-83457AAC930F}"/>
                    </a:ext>
                  </a:extLst>
                </p:cNvPr>
                <p:cNvGrpSpPr/>
                <p:nvPr/>
              </p:nvGrpSpPr>
              <p:grpSpPr>
                <a:xfrm>
                  <a:off x="2776727" y="3795961"/>
                  <a:ext cx="2021516" cy="371864"/>
                  <a:chOff x="2774373" y="3429000"/>
                  <a:chExt cx="2021516" cy="371864"/>
                </a:xfrm>
              </p:grpSpPr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AE8CEF45-9200-FD56-DFD6-C5F359E9E06E}"/>
                      </a:ext>
                    </a:extLst>
                  </p:cNvPr>
                  <p:cNvSpPr/>
                  <p:nvPr/>
                </p:nvSpPr>
                <p:spPr>
                  <a:xfrm>
                    <a:off x="2774373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8D271A91-6395-D068-00A5-31C71AF1AF6A}"/>
                      </a:ext>
                    </a:extLst>
                  </p:cNvPr>
                  <p:cNvSpPr/>
                  <p:nvPr/>
                </p:nvSpPr>
                <p:spPr>
                  <a:xfrm>
                    <a:off x="3179618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697F3DEE-F493-A974-1789-482EE02E05C5}"/>
                      </a:ext>
                    </a:extLst>
                  </p:cNvPr>
                  <p:cNvSpPr/>
                  <p:nvPr/>
                </p:nvSpPr>
                <p:spPr>
                  <a:xfrm>
                    <a:off x="3584863" y="343153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12F353A8-9C9E-1862-E03A-316D7C65ED40}"/>
                      </a:ext>
                    </a:extLst>
                  </p:cNvPr>
                  <p:cNvSpPr/>
                  <p:nvPr/>
                </p:nvSpPr>
                <p:spPr>
                  <a:xfrm>
                    <a:off x="3990108" y="343118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BA9A2A96-56EE-3416-905A-57B5D6A59616}"/>
                      </a:ext>
                    </a:extLst>
                  </p:cNvPr>
                  <p:cNvSpPr/>
                  <p:nvPr/>
                </p:nvSpPr>
                <p:spPr>
                  <a:xfrm>
                    <a:off x="4390644" y="3431184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</p:grp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2F087EBB-C0D4-AC7C-7BF5-A085E053851B}"/>
                    </a:ext>
                  </a:extLst>
                </p:cNvPr>
                <p:cNvGrpSpPr/>
                <p:nvPr/>
              </p:nvGrpSpPr>
              <p:grpSpPr>
                <a:xfrm>
                  <a:off x="2774373" y="4157858"/>
                  <a:ext cx="2021516" cy="371864"/>
                  <a:chOff x="2774373" y="3429000"/>
                  <a:chExt cx="2021516" cy="371864"/>
                </a:xfrm>
              </p:grpSpPr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0AC1985D-5E0F-35E9-E371-F08EBE7F0AA1}"/>
                      </a:ext>
                    </a:extLst>
                  </p:cNvPr>
                  <p:cNvSpPr/>
                  <p:nvPr/>
                </p:nvSpPr>
                <p:spPr>
                  <a:xfrm>
                    <a:off x="2774373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58872E27-A310-7C43-EAED-970F30021ED5}"/>
                      </a:ext>
                    </a:extLst>
                  </p:cNvPr>
                  <p:cNvSpPr/>
                  <p:nvPr/>
                </p:nvSpPr>
                <p:spPr>
                  <a:xfrm>
                    <a:off x="3179618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EF541784-1CA5-74A5-58B9-81C7D5C2F770}"/>
                      </a:ext>
                    </a:extLst>
                  </p:cNvPr>
                  <p:cNvSpPr/>
                  <p:nvPr/>
                </p:nvSpPr>
                <p:spPr>
                  <a:xfrm>
                    <a:off x="3584863" y="343153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2E564733-F598-E189-D637-94F84077F6CD}"/>
                      </a:ext>
                    </a:extLst>
                  </p:cNvPr>
                  <p:cNvSpPr/>
                  <p:nvPr/>
                </p:nvSpPr>
                <p:spPr>
                  <a:xfrm>
                    <a:off x="3990108" y="343118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7B6D43BB-30BD-F476-1D24-AA4584C34C31}"/>
                      </a:ext>
                    </a:extLst>
                  </p:cNvPr>
                  <p:cNvSpPr/>
                  <p:nvPr/>
                </p:nvSpPr>
                <p:spPr>
                  <a:xfrm>
                    <a:off x="4390644" y="3431184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88B0E65B-137F-ACC2-B73D-1B79B2BCCCBE}"/>
                    </a:ext>
                  </a:extLst>
                </p:cNvPr>
                <p:cNvGrpSpPr/>
                <p:nvPr/>
              </p:nvGrpSpPr>
              <p:grpSpPr>
                <a:xfrm>
                  <a:off x="2772019" y="4529372"/>
                  <a:ext cx="2021516" cy="371864"/>
                  <a:chOff x="2774373" y="3429000"/>
                  <a:chExt cx="2021516" cy="371864"/>
                </a:xfrm>
              </p:grpSpPr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FE911FCE-82A5-17A6-A192-C9177C946587}"/>
                      </a:ext>
                    </a:extLst>
                  </p:cNvPr>
                  <p:cNvSpPr/>
                  <p:nvPr/>
                </p:nvSpPr>
                <p:spPr>
                  <a:xfrm>
                    <a:off x="2774373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57290F8C-E75F-EC06-948A-84351496AEEC}"/>
                      </a:ext>
                    </a:extLst>
                  </p:cNvPr>
                  <p:cNvSpPr/>
                  <p:nvPr/>
                </p:nvSpPr>
                <p:spPr>
                  <a:xfrm>
                    <a:off x="3179618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F135E06C-9390-302B-E41B-0B3B3ADCAFA0}"/>
                      </a:ext>
                    </a:extLst>
                  </p:cNvPr>
                  <p:cNvSpPr/>
                  <p:nvPr/>
                </p:nvSpPr>
                <p:spPr>
                  <a:xfrm>
                    <a:off x="3584863" y="343153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98EC3915-D4D0-309C-FFA5-A61F460AAE1F}"/>
                      </a:ext>
                    </a:extLst>
                  </p:cNvPr>
                  <p:cNvSpPr/>
                  <p:nvPr/>
                </p:nvSpPr>
                <p:spPr>
                  <a:xfrm>
                    <a:off x="3990108" y="343118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C4274F36-C724-F0F9-FC26-B0E33DB87D46}"/>
                      </a:ext>
                    </a:extLst>
                  </p:cNvPr>
                  <p:cNvSpPr/>
                  <p:nvPr/>
                </p:nvSpPr>
                <p:spPr>
                  <a:xfrm>
                    <a:off x="4390644" y="3431184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340C3F32-6DFA-DCE8-DF7D-52C8AB175B6A}"/>
                    </a:ext>
                  </a:extLst>
                </p:cNvPr>
                <p:cNvGrpSpPr/>
                <p:nvPr/>
              </p:nvGrpSpPr>
              <p:grpSpPr>
                <a:xfrm>
                  <a:off x="2776727" y="4884184"/>
                  <a:ext cx="2021516" cy="371864"/>
                  <a:chOff x="2774373" y="3429000"/>
                  <a:chExt cx="2021516" cy="371864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7348944E-CA10-1ED7-BA43-11B30D89F71B}"/>
                      </a:ext>
                    </a:extLst>
                  </p:cNvPr>
                  <p:cNvSpPr/>
                  <p:nvPr/>
                </p:nvSpPr>
                <p:spPr>
                  <a:xfrm>
                    <a:off x="2774373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2130F9A6-0675-D671-A4D3-5A103785D5E4}"/>
                      </a:ext>
                    </a:extLst>
                  </p:cNvPr>
                  <p:cNvSpPr/>
                  <p:nvPr/>
                </p:nvSpPr>
                <p:spPr>
                  <a:xfrm>
                    <a:off x="3179618" y="3429000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9E2A0705-43BB-A16F-5CD8-5A1E560D2A2E}"/>
                      </a:ext>
                    </a:extLst>
                  </p:cNvPr>
                  <p:cNvSpPr/>
                  <p:nvPr/>
                </p:nvSpPr>
                <p:spPr>
                  <a:xfrm>
                    <a:off x="3584863" y="343153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68ACC6D6-E6C6-9169-D5A6-EF6014E86396}"/>
                      </a:ext>
                    </a:extLst>
                  </p:cNvPr>
                  <p:cNvSpPr/>
                  <p:nvPr/>
                </p:nvSpPr>
                <p:spPr>
                  <a:xfrm>
                    <a:off x="3990108" y="3431182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EA8F9C21-BC2D-C393-8F9C-DBAF421EDED9}"/>
                      </a:ext>
                    </a:extLst>
                  </p:cNvPr>
                  <p:cNvSpPr/>
                  <p:nvPr/>
                </p:nvSpPr>
                <p:spPr>
                  <a:xfrm>
                    <a:off x="4390644" y="3431184"/>
                    <a:ext cx="405245" cy="36933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</p:grp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596992-2DB1-BCC0-38F6-C1ADC7C449F6}"/>
                  </a:ext>
                </a:extLst>
              </p:cNvPr>
              <p:cNvSpPr txBox="1"/>
              <p:nvPr/>
            </p:nvSpPr>
            <p:spPr>
              <a:xfrm>
                <a:off x="2673061" y="3711926"/>
                <a:ext cx="229428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[0] [1][2][3][4]</a:t>
                </a:r>
                <a:endParaRPr lang="en-US" sz="16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264BF9E-30DF-DE7B-78C0-B9E43B712F99}"/>
                  </a:ext>
                </a:extLst>
              </p:cNvPr>
              <p:cNvSpPr txBox="1"/>
              <p:nvPr/>
            </p:nvSpPr>
            <p:spPr>
              <a:xfrm>
                <a:off x="2223655" y="4136866"/>
                <a:ext cx="55755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[0]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[1]</a:t>
                </a:r>
              </a:p>
              <a:p>
                <a:endParaRPr lang="en-US" sz="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[2]</a:t>
                </a:r>
              </a:p>
              <a:p>
                <a:endParaRPr lang="en-US" sz="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[3]</a:t>
                </a:r>
              </a:p>
              <a:p>
                <a:endParaRPr lang="en-US" sz="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[4]</a:t>
                </a:r>
                <a:endParaRPr lang="en-US" sz="1600" dirty="0"/>
              </a:p>
            </p:txBody>
          </p: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C00F93C-D62F-0C6F-BF45-792862D16208}"/>
                </a:ext>
              </a:extLst>
            </p:cNvPr>
            <p:cNvSpPr/>
            <p:nvPr/>
          </p:nvSpPr>
          <p:spPr>
            <a:xfrm>
              <a:off x="7483978" y="4768088"/>
              <a:ext cx="392490" cy="3693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90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BE6-79F0-5F8C-BDC3-65A0702E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A525-2094-1727-4BFF-00956D81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sz="4800" dirty="0"/>
              <a:t>8.2 The Basics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11543267-CB5C-1244-2409-64BC11213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61" y="2678385"/>
            <a:ext cx="2705334" cy="104403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D67D64B2-6482-0EAA-2A8B-3AC4CFA63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282" y="4696691"/>
            <a:ext cx="4275190" cy="865766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BA0FD4C8-A811-7BDD-0890-94232460BA9F}"/>
              </a:ext>
            </a:extLst>
          </p:cNvPr>
          <p:cNvSpPr txBox="1"/>
          <p:nvPr/>
        </p:nvSpPr>
        <p:spPr>
          <a:xfrm>
            <a:off x="646110" y="1295543"/>
            <a:ext cx="7105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Initializing 2-D arrays</a:t>
            </a:r>
          </a:p>
        </p:txBody>
      </p:sp>
    </p:spTree>
    <p:extLst>
      <p:ext uri="{BB962C8B-B14F-4D97-AF65-F5344CB8AC3E}">
        <p14:creationId xmlns:p14="http://schemas.microsoft.com/office/powerpoint/2010/main" val="1733200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04511-D093-DF62-BCDA-B6940C47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4930-9BDE-59A3-9B90-D60C93485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sz="4800" dirty="0"/>
              <a:t>8.2 The Basics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4A25C6B-BC0A-DE10-96EA-BB4659B7615B}"/>
              </a:ext>
            </a:extLst>
          </p:cNvPr>
          <p:cNvSpPr txBox="1"/>
          <p:nvPr/>
        </p:nvSpPr>
        <p:spPr>
          <a:xfrm>
            <a:off x="646110" y="1295543"/>
            <a:ext cx="7105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Length of 2-D arrays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76C1D-A3BC-5D49-7BBF-9C5DE9862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725" y="3062828"/>
            <a:ext cx="6157494" cy="1501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D1BF9A-CE3C-7620-536A-F5FE1779D9AC}"/>
              </a:ext>
            </a:extLst>
          </p:cNvPr>
          <p:cNvSpPr txBox="1"/>
          <p:nvPr/>
        </p:nvSpPr>
        <p:spPr>
          <a:xfrm>
            <a:off x="3013364" y="2260114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[][] x = new int [3][4];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EB8075-9781-0BF5-0603-AFA878BFBFF9}"/>
              </a:ext>
            </a:extLst>
          </p:cNvPr>
          <p:cNvSpPr txBox="1"/>
          <p:nvPr/>
        </p:nvSpPr>
        <p:spPr>
          <a:xfrm>
            <a:off x="3013364" y="4997480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x.length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40DDC-4ECC-AC94-B6F3-2E33A72AF915}"/>
              </a:ext>
            </a:extLst>
          </p:cNvPr>
          <p:cNvSpPr txBox="1"/>
          <p:nvPr/>
        </p:nvSpPr>
        <p:spPr>
          <a:xfrm>
            <a:off x="3023529" y="5395067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x[0].length =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D66C6-E117-AA96-2E01-E37466C0EB28}"/>
              </a:ext>
            </a:extLst>
          </p:cNvPr>
          <p:cNvSpPr txBox="1"/>
          <p:nvPr/>
        </p:nvSpPr>
        <p:spPr>
          <a:xfrm>
            <a:off x="3023529" y="5828449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x[1].length =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EC1DD7-A559-8042-5A86-BE6379671823}"/>
              </a:ext>
            </a:extLst>
          </p:cNvPr>
          <p:cNvSpPr txBox="1"/>
          <p:nvPr/>
        </p:nvSpPr>
        <p:spPr>
          <a:xfrm>
            <a:off x="3013364" y="6261831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x[2].length = 4</a:t>
            </a:r>
          </a:p>
        </p:txBody>
      </p:sp>
    </p:spTree>
    <p:extLst>
      <p:ext uri="{BB962C8B-B14F-4D97-AF65-F5344CB8AC3E}">
        <p14:creationId xmlns:p14="http://schemas.microsoft.com/office/powerpoint/2010/main" val="3261451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6041-827E-541F-DED4-D5BC08DA5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4498-F1A5-E1E8-2715-BC00EFD5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sz="4800" dirty="0"/>
              <a:t>8.2 The Basics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D9F7C5F-28E0-9659-0120-E135BFDABF4B}"/>
              </a:ext>
            </a:extLst>
          </p:cNvPr>
          <p:cNvSpPr txBox="1"/>
          <p:nvPr/>
        </p:nvSpPr>
        <p:spPr>
          <a:xfrm>
            <a:off x="646110" y="1295543"/>
            <a:ext cx="7105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Ragged Arrays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BCB205-725B-3D01-58B8-C205F6223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253" y="2167680"/>
            <a:ext cx="4427604" cy="17679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CCE949-910D-B90D-4D7B-93E4C5A49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532" y="4399785"/>
            <a:ext cx="3825572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57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2171-0B87-ABED-4D1D-B835DDAE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0738-9992-E499-5796-F9571662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sz="4800" dirty="0"/>
              <a:t>8.8 Processing 2-D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6799F-C905-998E-7852-FFA20BEFA343}"/>
              </a:ext>
            </a:extLst>
          </p:cNvPr>
          <p:cNvSpPr txBox="1"/>
          <p:nvPr/>
        </p:nvSpPr>
        <p:spPr>
          <a:xfrm>
            <a:off x="2843619" y="1589808"/>
            <a:ext cx="5009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[][] matrix = new int [10][10];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830B6-5EF0-1D95-1427-2443BA86F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334" y="2675718"/>
            <a:ext cx="5692633" cy="1341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358722-AEB1-A9E9-BD54-8124A22F2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335" y="4752959"/>
            <a:ext cx="5692633" cy="1912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1A94A2-8BC5-E91A-619A-00AB7FA67344}"/>
              </a:ext>
            </a:extLst>
          </p:cNvPr>
          <p:cNvSpPr txBox="1"/>
          <p:nvPr/>
        </p:nvSpPr>
        <p:spPr>
          <a:xfrm>
            <a:off x="2763982" y="1247865"/>
            <a:ext cx="286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1. Declare the 2-D Array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D2928-A6F2-1200-7A70-77F9EC9B03DE}"/>
              </a:ext>
            </a:extLst>
          </p:cNvPr>
          <p:cNvSpPr txBox="1"/>
          <p:nvPr/>
        </p:nvSpPr>
        <p:spPr>
          <a:xfrm>
            <a:off x="2763982" y="2324399"/>
            <a:ext cx="322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2. Initialize the Array values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89617-B177-4373-7AD6-96FB5DE02CE7}"/>
              </a:ext>
            </a:extLst>
          </p:cNvPr>
          <p:cNvSpPr txBox="1"/>
          <p:nvPr/>
        </p:nvSpPr>
        <p:spPr>
          <a:xfrm>
            <a:off x="2763982" y="4364200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3. Print the Values</a:t>
            </a:r>
          </a:p>
        </p:txBody>
      </p:sp>
    </p:spTree>
    <p:extLst>
      <p:ext uri="{BB962C8B-B14F-4D97-AF65-F5344CB8AC3E}">
        <p14:creationId xmlns:p14="http://schemas.microsoft.com/office/powerpoint/2010/main" val="4239233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FE34D-188E-318B-EE54-767F415A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4A87-2247-7C98-2926-3FB53750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13857"/>
            <a:ext cx="9404723" cy="809552"/>
          </a:xfrm>
        </p:spPr>
        <p:txBody>
          <a:bodyPr/>
          <a:lstStyle/>
          <a:p>
            <a:r>
              <a:rPr lang="en-US" sz="4800" dirty="0"/>
              <a:t>8.8 Multi Dimensional 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9D65C-2333-8CBB-6A4F-C7AD3DA0D548}"/>
              </a:ext>
            </a:extLst>
          </p:cNvPr>
          <p:cNvSpPr txBox="1"/>
          <p:nvPr/>
        </p:nvSpPr>
        <p:spPr>
          <a:xfrm>
            <a:off x="646111" y="948767"/>
            <a:ext cx="9154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 two-dimensional array is an array of one-dimensional arrays, and a three-dimensional array is an array of two-dimensional arrays.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4333D7-E07B-7BB3-B7C3-5730234327D5}"/>
              </a:ext>
            </a:extLst>
          </p:cNvPr>
          <p:cNvSpPr txBox="1"/>
          <p:nvPr/>
        </p:nvSpPr>
        <p:spPr>
          <a:xfrm>
            <a:off x="2808282" y="1665464"/>
            <a:ext cx="5423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[][][] 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int [6][5][2];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B71E100-878B-B9CB-E68F-4A50836B746A}"/>
              </a:ext>
            </a:extLst>
          </p:cNvPr>
          <p:cNvGrpSpPr/>
          <p:nvPr/>
        </p:nvGrpSpPr>
        <p:grpSpPr>
          <a:xfrm>
            <a:off x="7195760" y="2164263"/>
            <a:ext cx="4517394" cy="338554"/>
            <a:chOff x="7242246" y="2172401"/>
            <a:chExt cx="4517394" cy="3385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44062C2-CE60-CE3B-C825-D378BE9A41A7}"/>
                </a:ext>
              </a:extLst>
            </p:cNvPr>
            <p:cNvGrpSpPr/>
            <p:nvPr/>
          </p:nvGrpSpPr>
          <p:grpSpPr>
            <a:xfrm>
              <a:off x="7242246" y="2184897"/>
              <a:ext cx="685800" cy="322118"/>
              <a:chOff x="4249882" y="3106882"/>
              <a:chExt cx="685800" cy="32211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20D4B37-9BA7-094A-B895-A9AA6B5F3A5F}"/>
                  </a:ext>
                </a:extLst>
              </p:cNvPr>
              <p:cNvSpPr/>
              <p:nvPr/>
            </p:nvSpPr>
            <p:spPr>
              <a:xfrm>
                <a:off x="4249882" y="3106882"/>
                <a:ext cx="342900" cy="32211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50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31BE245-7AAB-5275-97B0-FE65E14E8819}"/>
                  </a:ext>
                </a:extLst>
              </p:cNvPr>
              <p:cNvSpPr/>
              <p:nvPr/>
            </p:nvSpPr>
            <p:spPr>
              <a:xfrm>
                <a:off x="4592782" y="3106882"/>
                <a:ext cx="342900" cy="32211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48</a:t>
                </a: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D8C2B1A-F57C-F1F9-3DA1-B682C0F9BEAD}"/>
                </a:ext>
              </a:extLst>
            </p:cNvPr>
            <p:cNvSpPr txBox="1"/>
            <p:nvPr/>
          </p:nvSpPr>
          <p:spPr>
            <a:xfrm>
              <a:off x="8764909" y="2172401"/>
              <a:ext cx="299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Scores – 1D Array(length =2)</a:t>
              </a:r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3C937B00-9F05-34B8-C4C4-00B458B5AFD5}"/>
                </a:ext>
              </a:extLst>
            </p:cNvPr>
            <p:cNvCxnSpPr>
              <a:cxnSpLocks/>
            </p:cNvCxnSpPr>
            <p:nvPr/>
          </p:nvCxnSpPr>
          <p:spPr>
            <a:xfrm>
              <a:off x="8142745" y="2345956"/>
              <a:ext cx="5003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E47174E9-D102-B5EB-33F3-9C057BBBB17B}"/>
              </a:ext>
            </a:extLst>
          </p:cNvPr>
          <p:cNvGrpSpPr/>
          <p:nvPr/>
        </p:nvGrpSpPr>
        <p:grpSpPr>
          <a:xfrm>
            <a:off x="1865186" y="2769497"/>
            <a:ext cx="9847968" cy="659503"/>
            <a:chOff x="1865186" y="2769497"/>
            <a:chExt cx="9847968" cy="659503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0CF7049-F164-C393-CEC3-807A09D2E398}"/>
                </a:ext>
              </a:extLst>
            </p:cNvPr>
            <p:cNvSpPr txBox="1"/>
            <p:nvPr/>
          </p:nvSpPr>
          <p:spPr>
            <a:xfrm>
              <a:off x="8676745" y="2895641"/>
              <a:ext cx="30364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Exams – 2D Array(length = 5)</a:t>
              </a:r>
            </a:p>
          </p:txBody>
        </p: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B2E52C42-C5B1-FFD1-E184-757BA0A15CFC}"/>
                </a:ext>
              </a:extLst>
            </p:cNvPr>
            <p:cNvGrpSpPr/>
            <p:nvPr/>
          </p:nvGrpSpPr>
          <p:grpSpPr>
            <a:xfrm>
              <a:off x="1865186" y="2769497"/>
              <a:ext cx="6777896" cy="659503"/>
              <a:chOff x="1865186" y="2769497"/>
              <a:chExt cx="6777896" cy="659503"/>
            </a:xfrm>
          </p:grpSpPr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44A8233B-7E82-3FE0-F245-A0EF0B5B343B}"/>
                  </a:ext>
                </a:extLst>
              </p:cNvPr>
              <p:cNvGrpSpPr/>
              <p:nvPr/>
            </p:nvGrpSpPr>
            <p:grpSpPr>
              <a:xfrm>
                <a:off x="1865186" y="2769497"/>
                <a:ext cx="6062860" cy="659503"/>
                <a:chOff x="1710757" y="2624595"/>
                <a:chExt cx="6062860" cy="659503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46C5679E-615F-BBD7-3CA4-8D240130FC66}"/>
                    </a:ext>
                  </a:extLst>
                </p:cNvPr>
                <p:cNvGrpSpPr/>
                <p:nvPr/>
              </p:nvGrpSpPr>
              <p:grpSpPr>
                <a:xfrm>
                  <a:off x="2923330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355BF12E-BD11-C566-3577-9C9D5783A8AF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B356CE8C-5E17-0E8B-C69C-5DE34B819C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E77E262-1A39-B6DB-2AB8-7C1E97E30671}"/>
                    </a:ext>
                  </a:extLst>
                </p:cNvPr>
                <p:cNvGrpSpPr/>
                <p:nvPr/>
              </p:nvGrpSpPr>
              <p:grpSpPr>
                <a:xfrm>
                  <a:off x="1710757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AA20DBCD-FA14-28A2-6195-57B9E43F98F4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8" name="Picture 27">
                    <a:extLst>
                      <a:ext uri="{FF2B5EF4-FFF2-40B4-BE49-F238E27FC236}">
                        <a16:creationId xmlns:a16="http://schemas.microsoft.com/office/drawing/2014/main" id="{1D1A2522-0019-C031-0FA8-EB9B8E3ED1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01630F04-5437-10DD-17E4-8FD9A9AA82FF}"/>
                    </a:ext>
                  </a:extLst>
                </p:cNvPr>
                <p:cNvGrpSpPr/>
                <p:nvPr/>
              </p:nvGrpSpPr>
              <p:grpSpPr>
                <a:xfrm>
                  <a:off x="4135902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78E0FE6E-05E3-5A89-2689-D90AAB5CDA59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31" name="Picture 30">
                    <a:extLst>
                      <a:ext uri="{FF2B5EF4-FFF2-40B4-BE49-F238E27FC236}">
                        <a16:creationId xmlns:a16="http://schemas.microsoft.com/office/drawing/2014/main" id="{A74E1D52-B271-074C-4A76-C9D8E82514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7D5C7A6A-3A83-0206-8093-042EBC2A9001}"/>
                    </a:ext>
                  </a:extLst>
                </p:cNvPr>
                <p:cNvGrpSpPr/>
                <p:nvPr/>
              </p:nvGrpSpPr>
              <p:grpSpPr>
                <a:xfrm>
                  <a:off x="5339745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4680D8D0-DE01-12FF-35D1-C56322D31D06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34" name="Picture 33">
                    <a:extLst>
                      <a:ext uri="{FF2B5EF4-FFF2-40B4-BE49-F238E27FC236}">
                        <a16:creationId xmlns:a16="http://schemas.microsoft.com/office/drawing/2014/main" id="{BA8A8E42-3D41-47F0-8FFB-A210FE953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A3229897-15BA-B2F2-719D-BFAE5D11FC10}"/>
                    </a:ext>
                  </a:extLst>
                </p:cNvPr>
                <p:cNvGrpSpPr/>
                <p:nvPr/>
              </p:nvGrpSpPr>
              <p:grpSpPr>
                <a:xfrm>
                  <a:off x="6561043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ED0F8B1C-0705-E4A2-89A3-A97C862B06F0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37" name="Picture 36">
                    <a:extLst>
                      <a:ext uri="{FF2B5EF4-FFF2-40B4-BE49-F238E27FC236}">
                        <a16:creationId xmlns:a16="http://schemas.microsoft.com/office/drawing/2014/main" id="{1567B0EF-150D-FA8E-6F13-1E90A74BE7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161" name="Straight Arrow Connector 160">
                <a:extLst>
                  <a:ext uri="{FF2B5EF4-FFF2-40B4-BE49-F238E27FC236}">
                    <a16:creationId xmlns:a16="http://schemas.microsoft.com/office/drawing/2014/main" id="{23B1CBFA-217C-683B-C6D1-67C0C2C0BA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16308" y="3064918"/>
                <a:ext cx="52677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3932E781-661B-3927-6FF3-38A41B73C104}"/>
              </a:ext>
            </a:extLst>
          </p:cNvPr>
          <p:cNvGrpSpPr/>
          <p:nvPr/>
        </p:nvGrpSpPr>
        <p:grpSpPr>
          <a:xfrm>
            <a:off x="1865186" y="3428999"/>
            <a:ext cx="9982620" cy="3297514"/>
            <a:chOff x="1865186" y="3428999"/>
            <a:chExt cx="9982620" cy="3297514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15DF36D9-513B-341E-BF07-11CFA7DBBA20}"/>
                </a:ext>
              </a:extLst>
            </p:cNvPr>
            <p:cNvGrpSpPr/>
            <p:nvPr/>
          </p:nvGrpSpPr>
          <p:grpSpPr>
            <a:xfrm>
              <a:off x="1865186" y="3428999"/>
              <a:ext cx="6062862" cy="3297514"/>
              <a:chOff x="1865185" y="3504198"/>
              <a:chExt cx="6062862" cy="3297514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8D6A79D1-FC02-E8BB-D7D9-EE45EBFF4947}"/>
                  </a:ext>
                </a:extLst>
              </p:cNvPr>
              <p:cNvGrpSpPr/>
              <p:nvPr/>
            </p:nvGrpSpPr>
            <p:grpSpPr>
              <a:xfrm>
                <a:off x="1865187" y="3504198"/>
                <a:ext cx="6062860" cy="659503"/>
                <a:chOff x="1710757" y="2624595"/>
                <a:chExt cx="6062860" cy="659503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F65F4A9F-3976-9082-7007-6DED979BE17D}"/>
                    </a:ext>
                  </a:extLst>
                </p:cNvPr>
                <p:cNvGrpSpPr/>
                <p:nvPr/>
              </p:nvGrpSpPr>
              <p:grpSpPr>
                <a:xfrm>
                  <a:off x="2923330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77" name="Rectangle 176">
                    <a:extLst>
                      <a:ext uri="{FF2B5EF4-FFF2-40B4-BE49-F238E27FC236}">
                        <a16:creationId xmlns:a16="http://schemas.microsoft.com/office/drawing/2014/main" id="{3CA68F80-837E-DFF1-8AE6-50321D0002F6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78" name="Picture 177">
                    <a:extLst>
                      <a:ext uri="{FF2B5EF4-FFF2-40B4-BE49-F238E27FC236}">
                        <a16:creationId xmlns:a16="http://schemas.microsoft.com/office/drawing/2014/main" id="{6B660C2A-0F4F-8B07-C534-B4440AE117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467F32AA-A220-8DBB-39F4-A745C17DFDB3}"/>
                    </a:ext>
                  </a:extLst>
                </p:cNvPr>
                <p:cNvGrpSpPr/>
                <p:nvPr/>
              </p:nvGrpSpPr>
              <p:grpSpPr>
                <a:xfrm>
                  <a:off x="1710757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C717E4D8-F2BF-93AB-D159-22307B93C699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76" name="Picture 175">
                    <a:extLst>
                      <a:ext uri="{FF2B5EF4-FFF2-40B4-BE49-F238E27FC236}">
                        <a16:creationId xmlns:a16="http://schemas.microsoft.com/office/drawing/2014/main" id="{C5C0E945-584D-6EC4-1653-F2E1745C6A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64308C56-41A9-1E50-0471-B0AF2B0B2C34}"/>
                    </a:ext>
                  </a:extLst>
                </p:cNvPr>
                <p:cNvGrpSpPr/>
                <p:nvPr/>
              </p:nvGrpSpPr>
              <p:grpSpPr>
                <a:xfrm>
                  <a:off x="4135902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3642A2A4-C75D-1FBE-FEFB-F53D119C8802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74" name="Picture 173">
                    <a:extLst>
                      <a:ext uri="{FF2B5EF4-FFF2-40B4-BE49-F238E27FC236}">
                        <a16:creationId xmlns:a16="http://schemas.microsoft.com/office/drawing/2014/main" id="{80B6CBD8-47EE-3F8B-DA9F-551245C97B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F6F08912-8B85-ADCB-066A-8EAD2D01C559}"/>
                    </a:ext>
                  </a:extLst>
                </p:cNvPr>
                <p:cNvGrpSpPr/>
                <p:nvPr/>
              </p:nvGrpSpPr>
              <p:grpSpPr>
                <a:xfrm>
                  <a:off x="5339745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C0BAC48F-A5E2-988F-A893-52E047401754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72" name="Picture 171">
                    <a:extLst>
                      <a:ext uri="{FF2B5EF4-FFF2-40B4-BE49-F238E27FC236}">
                        <a16:creationId xmlns:a16="http://schemas.microsoft.com/office/drawing/2014/main" id="{A5B66EC2-AAFF-C117-E31B-F5B384B377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D93A42B9-057C-C628-53C3-D698768770DB}"/>
                    </a:ext>
                  </a:extLst>
                </p:cNvPr>
                <p:cNvGrpSpPr/>
                <p:nvPr/>
              </p:nvGrpSpPr>
              <p:grpSpPr>
                <a:xfrm>
                  <a:off x="6561043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69" name="Rectangle 168">
                    <a:extLst>
                      <a:ext uri="{FF2B5EF4-FFF2-40B4-BE49-F238E27FC236}">
                        <a16:creationId xmlns:a16="http://schemas.microsoft.com/office/drawing/2014/main" id="{DCEDEDE1-60B2-B8F2-06E3-CD5E06D4BDE2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70" name="Picture 169">
                    <a:extLst>
                      <a:ext uri="{FF2B5EF4-FFF2-40B4-BE49-F238E27FC236}">
                        <a16:creationId xmlns:a16="http://schemas.microsoft.com/office/drawing/2014/main" id="{73FD7054-40D2-B8E8-026D-2AF5391E68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B6B9CE90-A437-260A-51FE-1E7B8AE109E7}"/>
                  </a:ext>
                </a:extLst>
              </p:cNvPr>
              <p:cNvGrpSpPr/>
              <p:nvPr/>
            </p:nvGrpSpPr>
            <p:grpSpPr>
              <a:xfrm>
                <a:off x="1865186" y="4163702"/>
                <a:ext cx="6062860" cy="659503"/>
                <a:chOff x="1710757" y="2624595"/>
                <a:chExt cx="6062860" cy="659503"/>
              </a:xfrm>
            </p:grpSpPr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342462C2-6F4C-ADCC-0BDC-9F3C0B69EE20}"/>
                    </a:ext>
                  </a:extLst>
                </p:cNvPr>
                <p:cNvGrpSpPr/>
                <p:nvPr/>
              </p:nvGrpSpPr>
              <p:grpSpPr>
                <a:xfrm>
                  <a:off x="2923330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EC7579AE-1371-0084-81CF-ECDC312C0750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94" name="Picture 193">
                    <a:extLst>
                      <a:ext uri="{FF2B5EF4-FFF2-40B4-BE49-F238E27FC236}">
                        <a16:creationId xmlns:a16="http://schemas.microsoft.com/office/drawing/2014/main" id="{9D013C95-3E12-D86E-0E01-CE83409BE5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1595275A-347F-6953-87F5-A504A0094A43}"/>
                    </a:ext>
                  </a:extLst>
                </p:cNvPr>
                <p:cNvGrpSpPr/>
                <p:nvPr/>
              </p:nvGrpSpPr>
              <p:grpSpPr>
                <a:xfrm>
                  <a:off x="1710757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931C2393-D2FE-370C-6E8B-77621A3625EA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92" name="Picture 191">
                    <a:extLst>
                      <a:ext uri="{FF2B5EF4-FFF2-40B4-BE49-F238E27FC236}">
                        <a16:creationId xmlns:a16="http://schemas.microsoft.com/office/drawing/2014/main" id="{549AA37F-29F8-5AAB-C39A-A4CE005C33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2" name="Group 181">
                  <a:extLst>
                    <a:ext uri="{FF2B5EF4-FFF2-40B4-BE49-F238E27FC236}">
                      <a16:creationId xmlns:a16="http://schemas.microsoft.com/office/drawing/2014/main" id="{72FAE2DB-95C6-6071-9379-3777726081E9}"/>
                    </a:ext>
                  </a:extLst>
                </p:cNvPr>
                <p:cNvGrpSpPr/>
                <p:nvPr/>
              </p:nvGrpSpPr>
              <p:grpSpPr>
                <a:xfrm>
                  <a:off x="4135902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89" name="Rectangle 188">
                    <a:extLst>
                      <a:ext uri="{FF2B5EF4-FFF2-40B4-BE49-F238E27FC236}">
                        <a16:creationId xmlns:a16="http://schemas.microsoft.com/office/drawing/2014/main" id="{915241A2-BDE9-40BF-FCCD-67C927EC89C9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90" name="Picture 189">
                    <a:extLst>
                      <a:ext uri="{FF2B5EF4-FFF2-40B4-BE49-F238E27FC236}">
                        <a16:creationId xmlns:a16="http://schemas.microsoft.com/office/drawing/2014/main" id="{6D9E89E4-F8FC-C33A-DCBE-B7AA1D4120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56579D34-11EA-BFB2-69C1-5C2B744C58B0}"/>
                    </a:ext>
                  </a:extLst>
                </p:cNvPr>
                <p:cNvGrpSpPr/>
                <p:nvPr/>
              </p:nvGrpSpPr>
              <p:grpSpPr>
                <a:xfrm>
                  <a:off x="5339745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87" name="Rectangle 186">
                    <a:extLst>
                      <a:ext uri="{FF2B5EF4-FFF2-40B4-BE49-F238E27FC236}">
                        <a16:creationId xmlns:a16="http://schemas.microsoft.com/office/drawing/2014/main" id="{CDC59248-BF3F-54E2-4A9E-F25F49DD2C62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88" name="Picture 187">
                    <a:extLst>
                      <a:ext uri="{FF2B5EF4-FFF2-40B4-BE49-F238E27FC236}">
                        <a16:creationId xmlns:a16="http://schemas.microsoft.com/office/drawing/2014/main" id="{0EC34836-D140-0F91-7438-CA676586BE7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E0750F75-4128-95CF-6893-9289FD4FBC1A}"/>
                    </a:ext>
                  </a:extLst>
                </p:cNvPr>
                <p:cNvGrpSpPr/>
                <p:nvPr/>
              </p:nvGrpSpPr>
              <p:grpSpPr>
                <a:xfrm>
                  <a:off x="6561043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269BA76E-D1B6-51A0-0C3A-62F8C71B3301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86" name="Picture 185">
                    <a:extLst>
                      <a:ext uri="{FF2B5EF4-FFF2-40B4-BE49-F238E27FC236}">
                        <a16:creationId xmlns:a16="http://schemas.microsoft.com/office/drawing/2014/main" id="{60F41814-B175-37FB-C5E9-384781F5FE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5BF79581-B95F-06EB-B9DF-082282B1258E}"/>
                  </a:ext>
                </a:extLst>
              </p:cNvPr>
              <p:cNvGrpSpPr/>
              <p:nvPr/>
            </p:nvGrpSpPr>
            <p:grpSpPr>
              <a:xfrm>
                <a:off x="1865187" y="4823204"/>
                <a:ext cx="6062860" cy="659503"/>
                <a:chOff x="1710757" y="2624595"/>
                <a:chExt cx="6062860" cy="659503"/>
              </a:xfrm>
            </p:grpSpPr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2B24D3E5-B455-FB16-B8C7-8E17B71F3C07}"/>
                    </a:ext>
                  </a:extLst>
                </p:cNvPr>
                <p:cNvGrpSpPr/>
                <p:nvPr/>
              </p:nvGrpSpPr>
              <p:grpSpPr>
                <a:xfrm>
                  <a:off x="2923330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09" name="Rectangle 208">
                    <a:extLst>
                      <a:ext uri="{FF2B5EF4-FFF2-40B4-BE49-F238E27FC236}">
                        <a16:creationId xmlns:a16="http://schemas.microsoft.com/office/drawing/2014/main" id="{1DB86A34-6B7B-16B6-0525-B55515185994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10" name="Picture 209">
                    <a:extLst>
                      <a:ext uri="{FF2B5EF4-FFF2-40B4-BE49-F238E27FC236}">
                        <a16:creationId xmlns:a16="http://schemas.microsoft.com/office/drawing/2014/main" id="{867EB5D9-3431-031F-DAE6-F142DF6055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7" name="Group 196">
                  <a:extLst>
                    <a:ext uri="{FF2B5EF4-FFF2-40B4-BE49-F238E27FC236}">
                      <a16:creationId xmlns:a16="http://schemas.microsoft.com/office/drawing/2014/main" id="{F5A6A500-5B36-DD85-5824-CF8048ABE93C}"/>
                    </a:ext>
                  </a:extLst>
                </p:cNvPr>
                <p:cNvGrpSpPr/>
                <p:nvPr/>
              </p:nvGrpSpPr>
              <p:grpSpPr>
                <a:xfrm>
                  <a:off x="1710757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07" name="Rectangle 206">
                    <a:extLst>
                      <a:ext uri="{FF2B5EF4-FFF2-40B4-BE49-F238E27FC236}">
                        <a16:creationId xmlns:a16="http://schemas.microsoft.com/office/drawing/2014/main" id="{55A84AF8-0EF4-9854-E168-5B65FC0DBA7C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08" name="Picture 207">
                    <a:extLst>
                      <a:ext uri="{FF2B5EF4-FFF2-40B4-BE49-F238E27FC236}">
                        <a16:creationId xmlns:a16="http://schemas.microsoft.com/office/drawing/2014/main" id="{0815BA32-516F-81FD-F5D6-E3B0CE79BB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8" name="Group 197">
                  <a:extLst>
                    <a:ext uri="{FF2B5EF4-FFF2-40B4-BE49-F238E27FC236}">
                      <a16:creationId xmlns:a16="http://schemas.microsoft.com/office/drawing/2014/main" id="{B755A7D3-C21D-2BF5-BDD5-A9987F2EB661}"/>
                    </a:ext>
                  </a:extLst>
                </p:cNvPr>
                <p:cNvGrpSpPr/>
                <p:nvPr/>
              </p:nvGrpSpPr>
              <p:grpSpPr>
                <a:xfrm>
                  <a:off x="4135902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05" name="Rectangle 204">
                    <a:extLst>
                      <a:ext uri="{FF2B5EF4-FFF2-40B4-BE49-F238E27FC236}">
                        <a16:creationId xmlns:a16="http://schemas.microsoft.com/office/drawing/2014/main" id="{429D30D2-8EDD-A1EC-D2FE-52AED939D457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06" name="Picture 205">
                    <a:extLst>
                      <a:ext uri="{FF2B5EF4-FFF2-40B4-BE49-F238E27FC236}">
                        <a16:creationId xmlns:a16="http://schemas.microsoft.com/office/drawing/2014/main" id="{1019BD8F-89CD-8FCF-92B6-BC1534930D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9" name="Group 198">
                  <a:extLst>
                    <a:ext uri="{FF2B5EF4-FFF2-40B4-BE49-F238E27FC236}">
                      <a16:creationId xmlns:a16="http://schemas.microsoft.com/office/drawing/2014/main" id="{EB5E1F3B-AB38-0718-A283-AD3886E46EF3}"/>
                    </a:ext>
                  </a:extLst>
                </p:cNvPr>
                <p:cNvGrpSpPr/>
                <p:nvPr/>
              </p:nvGrpSpPr>
              <p:grpSpPr>
                <a:xfrm>
                  <a:off x="5339745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03" name="Rectangle 202">
                    <a:extLst>
                      <a:ext uri="{FF2B5EF4-FFF2-40B4-BE49-F238E27FC236}">
                        <a16:creationId xmlns:a16="http://schemas.microsoft.com/office/drawing/2014/main" id="{26C2893C-5FA3-0533-C9F6-1AD0491DE745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04" name="Picture 203">
                    <a:extLst>
                      <a:ext uri="{FF2B5EF4-FFF2-40B4-BE49-F238E27FC236}">
                        <a16:creationId xmlns:a16="http://schemas.microsoft.com/office/drawing/2014/main" id="{23385A7C-82D2-E172-EF7A-273490FE34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0" name="Group 199">
                  <a:extLst>
                    <a:ext uri="{FF2B5EF4-FFF2-40B4-BE49-F238E27FC236}">
                      <a16:creationId xmlns:a16="http://schemas.microsoft.com/office/drawing/2014/main" id="{59EE2967-B76E-506D-6A5C-26DF60807E6C}"/>
                    </a:ext>
                  </a:extLst>
                </p:cNvPr>
                <p:cNvGrpSpPr/>
                <p:nvPr/>
              </p:nvGrpSpPr>
              <p:grpSpPr>
                <a:xfrm>
                  <a:off x="6561043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01" name="Rectangle 200">
                    <a:extLst>
                      <a:ext uri="{FF2B5EF4-FFF2-40B4-BE49-F238E27FC236}">
                        <a16:creationId xmlns:a16="http://schemas.microsoft.com/office/drawing/2014/main" id="{3EABBBE3-CF12-99FE-D7FA-09AE0E0AEB3E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02" name="Picture 201">
                    <a:extLst>
                      <a:ext uri="{FF2B5EF4-FFF2-40B4-BE49-F238E27FC236}">
                        <a16:creationId xmlns:a16="http://schemas.microsoft.com/office/drawing/2014/main" id="{780383ED-EADA-E4F7-54FE-8B6A7C0244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758CEB64-205E-FFBE-F868-62CDE12C41E4}"/>
                  </a:ext>
                </a:extLst>
              </p:cNvPr>
              <p:cNvGrpSpPr/>
              <p:nvPr/>
            </p:nvGrpSpPr>
            <p:grpSpPr>
              <a:xfrm>
                <a:off x="1865186" y="5482707"/>
                <a:ext cx="6062860" cy="659503"/>
                <a:chOff x="1710757" y="2624595"/>
                <a:chExt cx="6062860" cy="659503"/>
              </a:xfrm>
            </p:grpSpPr>
            <p:grpSp>
              <p:nvGrpSpPr>
                <p:cNvPr id="212" name="Group 211">
                  <a:extLst>
                    <a:ext uri="{FF2B5EF4-FFF2-40B4-BE49-F238E27FC236}">
                      <a16:creationId xmlns:a16="http://schemas.microsoft.com/office/drawing/2014/main" id="{995584AC-83E7-F248-45F5-5670ADE4B041}"/>
                    </a:ext>
                  </a:extLst>
                </p:cNvPr>
                <p:cNvGrpSpPr/>
                <p:nvPr/>
              </p:nvGrpSpPr>
              <p:grpSpPr>
                <a:xfrm>
                  <a:off x="2923330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25" name="Rectangle 224">
                    <a:extLst>
                      <a:ext uri="{FF2B5EF4-FFF2-40B4-BE49-F238E27FC236}">
                        <a16:creationId xmlns:a16="http://schemas.microsoft.com/office/drawing/2014/main" id="{68D6468D-17A5-B5FD-56D7-771884197F9F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26" name="Picture 225">
                    <a:extLst>
                      <a:ext uri="{FF2B5EF4-FFF2-40B4-BE49-F238E27FC236}">
                        <a16:creationId xmlns:a16="http://schemas.microsoft.com/office/drawing/2014/main" id="{351D9E38-1882-C5D8-FB8A-84FEE27018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3" name="Group 212">
                  <a:extLst>
                    <a:ext uri="{FF2B5EF4-FFF2-40B4-BE49-F238E27FC236}">
                      <a16:creationId xmlns:a16="http://schemas.microsoft.com/office/drawing/2014/main" id="{E0F4AA90-86A4-01D1-23ED-24748E5438C1}"/>
                    </a:ext>
                  </a:extLst>
                </p:cNvPr>
                <p:cNvGrpSpPr/>
                <p:nvPr/>
              </p:nvGrpSpPr>
              <p:grpSpPr>
                <a:xfrm>
                  <a:off x="1710757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23" name="Rectangle 222">
                    <a:extLst>
                      <a:ext uri="{FF2B5EF4-FFF2-40B4-BE49-F238E27FC236}">
                        <a16:creationId xmlns:a16="http://schemas.microsoft.com/office/drawing/2014/main" id="{FE364289-E798-BA97-BF42-8A06804D2465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24" name="Picture 223">
                    <a:extLst>
                      <a:ext uri="{FF2B5EF4-FFF2-40B4-BE49-F238E27FC236}">
                        <a16:creationId xmlns:a16="http://schemas.microsoft.com/office/drawing/2014/main" id="{40219A2E-D5AC-4BE5-2CDB-FF8166FE97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0738AF91-5DF1-0547-AA7E-75AC8ABF37A4}"/>
                    </a:ext>
                  </a:extLst>
                </p:cNvPr>
                <p:cNvGrpSpPr/>
                <p:nvPr/>
              </p:nvGrpSpPr>
              <p:grpSpPr>
                <a:xfrm>
                  <a:off x="4135902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21" name="Rectangle 220">
                    <a:extLst>
                      <a:ext uri="{FF2B5EF4-FFF2-40B4-BE49-F238E27FC236}">
                        <a16:creationId xmlns:a16="http://schemas.microsoft.com/office/drawing/2014/main" id="{01C03402-9FF0-1D5A-2DAE-CE4A2C7444FF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22" name="Picture 221">
                    <a:extLst>
                      <a:ext uri="{FF2B5EF4-FFF2-40B4-BE49-F238E27FC236}">
                        <a16:creationId xmlns:a16="http://schemas.microsoft.com/office/drawing/2014/main" id="{285154D3-22A0-EF64-0062-FB7ACB89B9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55E99C38-09F0-FB36-D4F2-7C4E2FCEF558}"/>
                    </a:ext>
                  </a:extLst>
                </p:cNvPr>
                <p:cNvGrpSpPr/>
                <p:nvPr/>
              </p:nvGrpSpPr>
              <p:grpSpPr>
                <a:xfrm>
                  <a:off x="5339745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19" name="Rectangle 218">
                    <a:extLst>
                      <a:ext uri="{FF2B5EF4-FFF2-40B4-BE49-F238E27FC236}">
                        <a16:creationId xmlns:a16="http://schemas.microsoft.com/office/drawing/2014/main" id="{F2E0B74F-41B1-2375-4A8D-32273E180737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20" name="Picture 219">
                    <a:extLst>
                      <a:ext uri="{FF2B5EF4-FFF2-40B4-BE49-F238E27FC236}">
                        <a16:creationId xmlns:a16="http://schemas.microsoft.com/office/drawing/2014/main" id="{5F48AFBC-FFB7-49E4-61DC-1AC0209EBF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6" name="Group 215">
                  <a:extLst>
                    <a:ext uri="{FF2B5EF4-FFF2-40B4-BE49-F238E27FC236}">
                      <a16:creationId xmlns:a16="http://schemas.microsoft.com/office/drawing/2014/main" id="{0656BB80-A320-DE11-B41B-A66B5C852D91}"/>
                    </a:ext>
                  </a:extLst>
                </p:cNvPr>
                <p:cNvGrpSpPr/>
                <p:nvPr/>
              </p:nvGrpSpPr>
              <p:grpSpPr>
                <a:xfrm>
                  <a:off x="6561043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17" name="Rectangle 216">
                    <a:extLst>
                      <a:ext uri="{FF2B5EF4-FFF2-40B4-BE49-F238E27FC236}">
                        <a16:creationId xmlns:a16="http://schemas.microsoft.com/office/drawing/2014/main" id="{813E7ABE-758D-F452-88F9-6B47122EE9BF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18" name="Picture 217">
                    <a:extLst>
                      <a:ext uri="{FF2B5EF4-FFF2-40B4-BE49-F238E27FC236}">
                        <a16:creationId xmlns:a16="http://schemas.microsoft.com/office/drawing/2014/main" id="{AC3DC992-93DD-8AEA-AE79-6AB7DD304A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C78536C3-DA0F-2DB6-8514-AFF7DFC9AEA9}"/>
                  </a:ext>
                </a:extLst>
              </p:cNvPr>
              <p:cNvGrpSpPr/>
              <p:nvPr/>
            </p:nvGrpSpPr>
            <p:grpSpPr>
              <a:xfrm>
                <a:off x="1865185" y="6142209"/>
                <a:ext cx="6062860" cy="659503"/>
                <a:chOff x="1710757" y="2624595"/>
                <a:chExt cx="6062860" cy="659503"/>
              </a:xfrm>
            </p:grpSpPr>
            <p:grpSp>
              <p:nvGrpSpPr>
                <p:cNvPr id="228" name="Group 227">
                  <a:extLst>
                    <a:ext uri="{FF2B5EF4-FFF2-40B4-BE49-F238E27FC236}">
                      <a16:creationId xmlns:a16="http://schemas.microsoft.com/office/drawing/2014/main" id="{97774EEF-83FF-2D6A-8906-8894C1F0B8DB}"/>
                    </a:ext>
                  </a:extLst>
                </p:cNvPr>
                <p:cNvGrpSpPr/>
                <p:nvPr/>
              </p:nvGrpSpPr>
              <p:grpSpPr>
                <a:xfrm>
                  <a:off x="2923330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41" name="Rectangle 240">
                    <a:extLst>
                      <a:ext uri="{FF2B5EF4-FFF2-40B4-BE49-F238E27FC236}">
                        <a16:creationId xmlns:a16="http://schemas.microsoft.com/office/drawing/2014/main" id="{44B339BC-4271-1694-7950-B95C3EEA8E51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42" name="Picture 241">
                    <a:extLst>
                      <a:ext uri="{FF2B5EF4-FFF2-40B4-BE49-F238E27FC236}">
                        <a16:creationId xmlns:a16="http://schemas.microsoft.com/office/drawing/2014/main" id="{B2C38E04-0899-5315-62B8-3DDE47E7CA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CC123ECD-02C2-5C2F-57FC-C61E505EAB96}"/>
                    </a:ext>
                  </a:extLst>
                </p:cNvPr>
                <p:cNvGrpSpPr/>
                <p:nvPr/>
              </p:nvGrpSpPr>
              <p:grpSpPr>
                <a:xfrm>
                  <a:off x="1710757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39" name="Rectangle 238">
                    <a:extLst>
                      <a:ext uri="{FF2B5EF4-FFF2-40B4-BE49-F238E27FC236}">
                        <a16:creationId xmlns:a16="http://schemas.microsoft.com/office/drawing/2014/main" id="{6C953BD0-A77D-C005-7B3A-F930533D7EEC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40" name="Picture 239">
                    <a:extLst>
                      <a:ext uri="{FF2B5EF4-FFF2-40B4-BE49-F238E27FC236}">
                        <a16:creationId xmlns:a16="http://schemas.microsoft.com/office/drawing/2014/main" id="{034BE126-7433-A6DC-D539-B9E590D159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0" name="Group 229">
                  <a:extLst>
                    <a:ext uri="{FF2B5EF4-FFF2-40B4-BE49-F238E27FC236}">
                      <a16:creationId xmlns:a16="http://schemas.microsoft.com/office/drawing/2014/main" id="{503AB08D-44D3-C88F-3F7F-7D3CD49275AE}"/>
                    </a:ext>
                  </a:extLst>
                </p:cNvPr>
                <p:cNvGrpSpPr/>
                <p:nvPr/>
              </p:nvGrpSpPr>
              <p:grpSpPr>
                <a:xfrm>
                  <a:off x="4135902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37" name="Rectangle 236">
                    <a:extLst>
                      <a:ext uri="{FF2B5EF4-FFF2-40B4-BE49-F238E27FC236}">
                        <a16:creationId xmlns:a16="http://schemas.microsoft.com/office/drawing/2014/main" id="{62FC0BA6-5A9A-AB09-FDE3-412076E8785B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38" name="Picture 237">
                    <a:extLst>
                      <a:ext uri="{FF2B5EF4-FFF2-40B4-BE49-F238E27FC236}">
                        <a16:creationId xmlns:a16="http://schemas.microsoft.com/office/drawing/2014/main" id="{A2A62C7E-28FC-BC5B-75F9-A3A2F4A8F2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1" name="Group 230">
                  <a:extLst>
                    <a:ext uri="{FF2B5EF4-FFF2-40B4-BE49-F238E27FC236}">
                      <a16:creationId xmlns:a16="http://schemas.microsoft.com/office/drawing/2014/main" id="{3FAE7089-5F93-A951-119B-188159506E84}"/>
                    </a:ext>
                  </a:extLst>
                </p:cNvPr>
                <p:cNvGrpSpPr/>
                <p:nvPr/>
              </p:nvGrpSpPr>
              <p:grpSpPr>
                <a:xfrm>
                  <a:off x="5339745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9C2A08AE-32EB-F075-9B23-3A11AEE872BD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36" name="Picture 235">
                    <a:extLst>
                      <a:ext uri="{FF2B5EF4-FFF2-40B4-BE49-F238E27FC236}">
                        <a16:creationId xmlns:a16="http://schemas.microsoft.com/office/drawing/2014/main" id="{1127A9D4-4D59-0CA2-B8CB-6957B1FFEA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A53B7D60-6828-1968-F085-5C504EE20EC7}"/>
                    </a:ext>
                  </a:extLst>
                </p:cNvPr>
                <p:cNvGrpSpPr/>
                <p:nvPr/>
              </p:nvGrpSpPr>
              <p:grpSpPr>
                <a:xfrm>
                  <a:off x="6561043" y="2624595"/>
                  <a:ext cx="1212574" cy="659503"/>
                  <a:chOff x="2636832" y="3858143"/>
                  <a:chExt cx="1212574" cy="659503"/>
                </a:xfrm>
              </p:grpSpPr>
              <p:sp>
                <p:nvSpPr>
                  <p:cNvPr id="233" name="Rectangle 232">
                    <a:extLst>
                      <a:ext uri="{FF2B5EF4-FFF2-40B4-BE49-F238E27FC236}">
                        <a16:creationId xmlns:a16="http://schemas.microsoft.com/office/drawing/2014/main" id="{7C933186-99E6-B449-67D3-77D936C1351C}"/>
                      </a:ext>
                    </a:extLst>
                  </p:cNvPr>
                  <p:cNvSpPr/>
                  <p:nvPr/>
                </p:nvSpPr>
                <p:spPr>
                  <a:xfrm>
                    <a:off x="2636832" y="3858143"/>
                    <a:ext cx="1212574" cy="659503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34" name="Picture 233">
                    <a:extLst>
                      <a:ext uri="{FF2B5EF4-FFF2-40B4-BE49-F238E27FC236}">
                        <a16:creationId xmlns:a16="http://schemas.microsoft.com/office/drawing/2014/main" id="{31FDB919-3937-C80E-F0B0-9B90D5FF634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89520" y="4017191"/>
                    <a:ext cx="707197" cy="341406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87E89400-9C4F-0587-A776-02C2534880A9}"/>
                </a:ext>
              </a:extLst>
            </p:cNvPr>
            <p:cNvSpPr txBox="1"/>
            <p:nvPr/>
          </p:nvSpPr>
          <p:spPr>
            <a:xfrm>
              <a:off x="8676745" y="4748005"/>
              <a:ext cx="31710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Students – 3D Array(length =6)</a:t>
              </a:r>
            </a:p>
          </p:txBody>
        </p: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1B321CF7-C2A1-BF5D-2034-70E8768D0D49}"/>
                </a:ext>
              </a:extLst>
            </p:cNvPr>
            <p:cNvCxnSpPr>
              <a:endCxn id="244" idx="1"/>
            </p:cNvCxnSpPr>
            <p:nvPr/>
          </p:nvCxnSpPr>
          <p:spPr>
            <a:xfrm>
              <a:off x="8116308" y="4907053"/>
              <a:ext cx="560437" cy="10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51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B068-2D64-D02D-09BA-3A15FC1C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ADC8-ECE7-631B-8945-3DEB2640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13857"/>
            <a:ext cx="9404723" cy="809552"/>
          </a:xfrm>
        </p:spPr>
        <p:txBody>
          <a:bodyPr/>
          <a:lstStyle/>
          <a:p>
            <a:r>
              <a:rPr lang="en-US" sz="4800" dirty="0"/>
              <a:t>8.8 Multi Dimensional 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62347-1E7F-23EB-B322-4239F1189405}"/>
              </a:ext>
            </a:extLst>
          </p:cNvPr>
          <p:cNvSpPr txBox="1"/>
          <p:nvPr/>
        </p:nvSpPr>
        <p:spPr>
          <a:xfrm>
            <a:off x="646111" y="948767"/>
            <a:ext cx="9154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 two-dimensional array is an array of one-dimensional arrays, and a three-dimensional array is an array of two-dimensional arrays.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275A37-E28E-4484-8424-DF94421485AA}"/>
              </a:ext>
            </a:extLst>
          </p:cNvPr>
          <p:cNvSpPr txBox="1"/>
          <p:nvPr/>
        </p:nvSpPr>
        <p:spPr>
          <a:xfrm>
            <a:off x="2808282" y="1665464"/>
            <a:ext cx="5423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[][][] 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int [6][5][2];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5738A-FFB0-16B4-1915-4AB962D0F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26" y="2330008"/>
            <a:ext cx="5753599" cy="22328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8C50A3-D150-356D-97E5-3C0AA98D8DC6}"/>
              </a:ext>
            </a:extLst>
          </p:cNvPr>
          <p:cNvSpPr txBox="1"/>
          <p:nvPr/>
        </p:nvSpPr>
        <p:spPr>
          <a:xfrm>
            <a:off x="3292027" y="5634837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Scores [0][1][1]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3640D-9864-2F3B-E85C-5DCD9E8BB89B}"/>
              </a:ext>
            </a:extLst>
          </p:cNvPr>
          <p:cNvSpPr txBox="1"/>
          <p:nvPr/>
        </p:nvSpPr>
        <p:spPr>
          <a:xfrm>
            <a:off x="3302026" y="5265505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Scores [0][1][0]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7C45F-6A5D-9FAA-C446-B9A035651EA4}"/>
              </a:ext>
            </a:extLst>
          </p:cNvPr>
          <p:cNvSpPr txBox="1"/>
          <p:nvPr/>
        </p:nvSpPr>
        <p:spPr>
          <a:xfrm>
            <a:off x="6026425" y="524915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9.0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70F97-78BB-FD0A-D09F-4F7090C0F455}"/>
              </a:ext>
            </a:extLst>
          </p:cNvPr>
          <p:cNvSpPr txBox="1"/>
          <p:nvPr/>
        </p:nvSpPr>
        <p:spPr>
          <a:xfrm>
            <a:off x="6018140" y="5618486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22.5</a:t>
            </a:r>
          </a:p>
        </p:txBody>
      </p:sp>
    </p:spTree>
    <p:extLst>
      <p:ext uri="{BB962C8B-B14F-4D97-AF65-F5344CB8AC3E}">
        <p14:creationId xmlns:p14="http://schemas.microsoft.com/office/powerpoint/2010/main" val="307155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895744-4B48-B12F-37A9-DC3FCFE3CE0F}"/>
              </a:ext>
            </a:extLst>
          </p:cNvPr>
          <p:cNvSpPr txBox="1"/>
          <p:nvPr/>
        </p:nvSpPr>
        <p:spPr>
          <a:xfrm>
            <a:off x="3759200" y="447040"/>
            <a:ext cx="44951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Lab Assignment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60F633-5349-6F13-F5AC-A3A5C8E11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0" y="1447628"/>
            <a:ext cx="5189670" cy="3962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A555B7-9179-6CE6-BE86-00B63A751F7F}"/>
              </a:ext>
            </a:extLst>
          </p:cNvPr>
          <p:cNvSpPr txBox="1"/>
          <p:nvPr/>
        </p:nvSpPr>
        <p:spPr>
          <a:xfrm>
            <a:off x="4976093" y="5641518"/>
            <a:ext cx="27558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WeeklyHours.java</a:t>
            </a:r>
          </a:p>
          <a:p>
            <a:r>
              <a:rPr lang="en-US" dirty="0"/>
              <a:t>WeeklyHours.mp4</a:t>
            </a:r>
          </a:p>
          <a:p>
            <a:r>
              <a:rPr lang="en-US" dirty="0" err="1"/>
              <a:t>JavaNotes</a:t>
            </a:r>
            <a:r>
              <a:rPr lang="en-US" dirty="0"/>
              <a:t> – Chapter 8</a:t>
            </a:r>
          </a:p>
        </p:txBody>
      </p:sp>
    </p:spTree>
    <p:extLst>
      <p:ext uri="{BB962C8B-B14F-4D97-AF65-F5344CB8AC3E}">
        <p14:creationId xmlns:p14="http://schemas.microsoft.com/office/powerpoint/2010/main" val="34514084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A7C7559C5F5646811A04B835F0A55E" ma:contentTypeVersion="8" ma:contentTypeDescription="Create a new document." ma:contentTypeScope="" ma:versionID="ab5794de7671f36f9af590cd60528b57">
  <xsd:schema xmlns:xsd="http://www.w3.org/2001/XMLSchema" xmlns:xs="http://www.w3.org/2001/XMLSchema" xmlns:p="http://schemas.microsoft.com/office/2006/metadata/properties" xmlns:ns3="15581464-e061-4b9c-8f54-4afddfb39516" targetNamespace="http://schemas.microsoft.com/office/2006/metadata/properties" ma:root="true" ma:fieldsID="51cb98cea5eb4d29c301211dcea5566f" ns3:_="">
    <xsd:import namespace="15581464-e061-4b9c-8f54-4afddfb3951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81464-e061-4b9c-8f54-4afddfb3951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31D920-E793-4497-B43B-C2491E1EAA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81464-e061-4b9c-8f54-4afddfb395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8C88F1-1664-415F-AFCE-F6CF45809817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15581464-e061-4b9c-8f54-4afddfb39516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10775</TotalTime>
  <Words>810</Words>
  <Application>Microsoft Office PowerPoint</Application>
  <PresentationFormat>Widescreen</PresentationFormat>
  <Paragraphs>210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Century Gothic</vt:lpstr>
      <vt:lpstr>Consolas</vt:lpstr>
      <vt:lpstr>Courier New</vt:lpstr>
      <vt:lpstr>Wingdings</vt:lpstr>
      <vt:lpstr>Wingdings 3</vt:lpstr>
      <vt:lpstr>Ion</vt:lpstr>
      <vt:lpstr>Java Programming I</vt:lpstr>
      <vt:lpstr>Objectives</vt:lpstr>
      <vt:lpstr>7.9 Variable Length Argument List</vt:lpstr>
      <vt:lpstr>7.11 Selection Sort</vt:lpstr>
      <vt:lpstr>7.12 The Arrays Class</vt:lpstr>
      <vt:lpstr>7.13 Command Line Arguments</vt:lpstr>
      <vt:lpstr>Chapter 8 – Multi Dimensional Arrays</vt:lpstr>
      <vt:lpstr>8.1 Introduction</vt:lpstr>
      <vt:lpstr>8.2 The Basics</vt:lpstr>
      <vt:lpstr>8.2 The Basics</vt:lpstr>
      <vt:lpstr>8.2 The Basics</vt:lpstr>
      <vt:lpstr>8.2 The Basics</vt:lpstr>
      <vt:lpstr>8.8 Processing 2-D Arrays</vt:lpstr>
      <vt:lpstr>8.8 Multi Dimensional Arrays</vt:lpstr>
      <vt:lpstr>8.8 Multi Dimensional Arrays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Dobbs</dc:creator>
  <cp:lastModifiedBy>Eric Dobbs</cp:lastModifiedBy>
  <cp:revision>8</cp:revision>
  <dcterms:created xsi:type="dcterms:W3CDTF">2026-01-21T15:38:42Z</dcterms:created>
  <dcterms:modified xsi:type="dcterms:W3CDTF">2026-03-20T00:42:43Z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0x01010098A7C7559C5F5646811A04B835F0A55E</vt:lpwstr>
  </property>
</Properties>
</file>